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e083ef463a43f2" /><Relationship Type="http://schemas.openxmlformats.org/officeDocument/2006/relationships/extended-properties" Target="/docProps/app.xml" Id="Rbfa6c6fd4f594691" /><Relationship Type="http://schemas.openxmlformats.org/officeDocument/2006/relationships/officeDocument" Target="/ppt/presentation.xml" Id="R9de03318613944bd" /></Relationships>
</file>

<file path=ppt/presentation.xml><?xml version="1.0" encoding="utf-8"?>
<p:presentation xmlns:p="http://schemas.openxmlformats.org/presentationml/2006/main">
  <p:sldMasterIdLst>
    <p:sldMasterId xmlns:r="http://schemas.openxmlformats.org/officeDocument/2006/relationships" id="2147483648" r:id="Rd084d1d7474045d9"/>
  </p:sldMasterIdLst>
  <p:notesMasterIdLst>
    <p:notesMasterId xmlns:r="http://schemas.openxmlformats.org/officeDocument/2006/relationships" r:id="Rd4a24e54d8d74be7"/>
  </p:notesMasterIdLst>
  <p:sldIdLst>
    <p:sldId xmlns:r="http://schemas.openxmlformats.org/officeDocument/2006/relationships" id="256" r:id="R602174e0e9304fef"/>
    <p:sldId xmlns:r="http://schemas.openxmlformats.org/officeDocument/2006/relationships" id="257" r:id="R886d95b9b1d841a9"/>
    <p:sldId xmlns:r="http://schemas.openxmlformats.org/officeDocument/2006/relationships" id="258" r:id="Rbb098a24a02a497b"/>
    <p:sldId xmlns:r="http://schemas.openxmlformats.org/officeDocument/2006/relationships" id="259" r:id="R02156ed5644f4763"/>
    <p:sldId xmlns:r="http://schemas.openxmlformats.org/officeDocument/2006/relationships" id="260" r:id="Radfd79e4d74d4bbf"/>
    <p:sldId xmlns:r="http://schemas.openxmlformats.org/officeDocument/2006/relationships" id="261" r:id="R51b24de5170440b7"/>
    <p:sldId xmlns:r="http://schemas.openxmlformats.org/officeDocument/2006/relationships" id="262" r:id="R89426d57d2f74694"/>
    <p:sldId xmlns:r="http://schemas.openxmlformats.org/officeDocument/2006/relationships" id="263" r:id="Rdc45910fffe74885"/>
    <p:sldId xmlns:r="http://schemas.openxmlformats.org/officeDocument/2006/relationships" id="264" r:id="R10c23812a70e4f57"/>
    <p:sldId xmlns:r="http://schemas.openxmlformats.org/officeDocument/2006/relationships" id="265" r:id="Red596c60a334487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77ce54afff430b" /><Relationship Type="http://schemas.openxmlformats.org/officeDocument/2006/relationships/slideMaster" Target="/ppt/slideMasters/slideMaster1.xml" Id="Rd084d1d7474045d9" /><Relationship Type="http://schemas.openxmlformats.org/officeDocument/2006/relationships/notesMaster" Target="/ppt/notesMasters/notesMaster1.xml" Id="Rd4a24e54d8d74be7" /><Relationship Type="http://schemas.openxmlformats.org/officeDocument/2006/relationships/presProps" Target="/ppt/presProps.xml" Id="Red822c5f82cc47f8" /><Relationship Type="http://schemas.openxmlformats.org/officeDocument/2006/relationships/tableStyles" Target="/ppt/tableStyles.xml" Id="R9437f9e133a04bd6" /><Relationship Type="http://schemas.openxmlformats.org/officeDocument/2006/relationships/slide" Target="/ppt/slides/slide1.xml" Id="R602174e0e9304fef" /><Relationship Type="http://schemas.openxmlformats.org/officeDocument/2006/relationships/slide" Target="/ppt/slides/slide2.xml" Id="R886d95b9b1d841a9" /><Relationship Type="http://schemas.openxmlformats.org/officeDocument/2006/relationships/slide" Target="/ppt/slides/slide3.xml" Id="Rbb098a24a02a497b" /><Relationship Type="http://schemas.openxmlformats.org/officeDocument/2006/relationships/slide" Target="/ppt/slides/slide4.xml" Id="R02156ed5644f4763" /><Relationship Type="http://schemas.openxmlformats.org/officeDocument/2006/relationships/slide" Target="/ppt/slides/slide5.xml" Id="Radfd79e4d74d4bbf" /><Relationship Type="http://schemas.openxmlformats.org/officeDocument/2006/relationships/slide" Target="/ppt/slides/slide6.xml" Id="R51b24de5170440b7" /><Relationship Type="http://schemas.openxmlformats.org/officeDocument/2006/relationships/slide" Target="/ppt/slides/slide7.xml" Id="R89426d57d2f74694" /><Relationship Type="http://schemas.openxmlformats.org/officeDocument/2006/relationships/slide" Target="/ppt/slides/slide8.xml" Id="Rdc45910fffe74885" /><Relationship Type="http://schemas.openxmlformats.org/officeDocument/2006/relationships/slide" Target="/ppt/slides/slide9.xml" Id="R10c23812a70e4f57" /><Relationship Type="http://schemas.openxmlformats.org/officeDocument/2006/relationships/slide" Target="/ppt/slides/slide10.xml" Id="Red596c60a33448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7ee040bdb047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122007bf874931" /><Relationship Type="http://schemas.openxmlformats.org/officeDocument/2006/relationships/notesMaster" Target="/ppt/notesMasters/notesMaster1.xml" Id="R3cfe99fbcaec4f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b0a02145d64ca7" /><Relationship Type="http://schemas.openxmlformats.org/officeDocument/2006/relationships/notesMaster" Target="/ppt/notesMasters/notesMaster1.xml" Id="R90cb80688e84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4d3502852f4260" /><Relationship Type="http://schemas.openxmlformats.org/officeDocument/2006/relationships/notesMaster" Target="/ppt/notesMasters/notesMaster1.xml" Id="Rb0291cd7763f4f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9f781b6ed498a" /><Relationship Type="http://schemas.openxmlformats.org/officeDocument/2006/relationships/notesMaster" Target="/ppt/notesMasters/notesMaster1.xml" Id="R06d547775ae041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a0974f51344855" /><Relationship Type="http://schemas.openxmlformats.org/officeDocument/2006/relationships/notesMaster" Target="/ppt/notesMasters/notesMaster1.xml" Id="R8426d5a012bc48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4ea5a0c8954174" /><Relationship Type="http://schemas.openxmlformats.org/officeDocument/2006/relationships/notesMaster" Target="/ppt/notesMasters/notesMaster1.xml" Id="Rbd496b0c41304b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bffe46ee604940" /><Relationship Type="http://schemas.openxmlformats.org/officeDocument/2006/relationships/notesMaster" Target="/ppt/notesMasters/notesMaster1.xml" Id="Rcf1977d19e4f4c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bed46c08df43ad" /><Relationship Type="http://schemas.openxmlformats.org/officeDocument/2006/relationships/notesMaster" Target="/ppt/notesMasters/notesMaster1.xml" Id="R1c2fab41191b46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bcff708ccf4301" /><Relationship Type="http://schemas.openxmlformats.org/officeDocument/2006/relationships/notesMaster" Target="/ppt/notesMasters/notesMaster1.xml" Id="R26d27d004cf8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0d8ada5f224aa3" /><Relationship Type="http://schemas.openxmlformats.org/officeDocument/2006/relationships/notesMaster" Target="/ppt/notesMasters/notesMaster1.xml" Id="R8e605745a9744b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回答项目为什么要做，而不是介绍并发基础知识。左侧是根据原设计目标归纳的人工排查负担，属于设计动机，不是量化调查结果。原始方案明确希望把人工工作从全工程盲目找变量、找调用和猜时序，收敛为阅读有证据的候选、确认业务语义并验证修复。当前 ECRA 以完整变量台账、访问证据链、确定性分流和可选 OpenCode 复核实现该目标。没有证据支持节省工时、准确率或 SAFE 占比，因此不在本页作这类承诺。</a:t>
            </a:r>
          </a:p>
          <a:p xmlns:a="http://schemas.openxmlformats.org/drawingml/2006/main">
            <a:r>
              <a:t/>
            </a:r>
          </a:p>
          <a:p xmlns:a="http://schemas.openxmlformats.org/drawingml/2006/main">
            <a:r>
              <a:t>项目来源</a:t>
            </a:r>
          </a:p>
          <a:p xmlns:a="http://schemas.openxmlformats.org/drawingml/2006/main">
            <a:r>
              <a:t>codex_global_static_concurrency_design.md §22、结语</a:t>
            </a:r>
          </a:p>
          <a:p xmlns:a="http://schemas.openxmlformats.org/drawingml/2006/main">
            <a:r>
              <a:t>stm32_baremetal_concurrency_tool_design_final.md §1 建设目标</a:t>
            </a:r>
          </a:p>
          <a:p xmlns:a="http://schemas.openxmlformats.org/drawingml/2006/main">
            <a:r>
              <a:t>README.md 完整变量清单与确定性分类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全部图形、箭头与文字均为 PowerPoint 原生可编辑对象。输入包括固件源码、真实 compile_commands.json，以及工具侧 semantics.yaml。CMake 可刷新编译数据库。AST 提取声明、访问、调用、保护与注册事实；跨翻译单元的调用图和别名建模将访问关联到实际物理上下文。逐变量分析保存独立的冲突、保护、安全依据和覆盖状态。所有变量进入 index.html，静态 SAFE 不进入常规 OpenCode 队列，SUSPECT 和 UNKNOWN 按变量聚合送审。无法归属变量的覆盖缺口仍独立保留。AI 复核需已配置可用的 OpenCode；它读取静态 Packet、当前源码、review_context.md 和相关 concurrency_cases.md，输出 opencode_review.html。它不是固定必须执行的静态分析阶段。</a:t>
            </a:r>
          </a:p>
          <a:p xmlns:a="http://schemas.openxmlformats.org/drawingml/2006/main">
            <a:r>
              <a:t/>
            </a:r>
          </a:p>
          <a:p xmlns:a="http://schemas.openxmlformats.org/drawingml/2006/main">
            <a:r>
              <a:t>项目来源</a:t>
            </a:r>
          </a:p>
          <a:p xmlns:a="http://schemas.openxmlformats.org/drawingml/2006/main">
            <a:r>
              <a:t>README.md OpenCode 前的确定性分类</a:t>
            </a:r>
          </a:p>
          <a:p xmlns:a="http://schemas.openxmlformats.org/drawingml/2006/main">
            <a:r>
              <a:t>docs/concurrency-tool-design.md §5 分析流水线</a:t>
            </a:r>
          </a:p>
          <a:p xmlns:a="http://schemas.openxmlformats.org/drawingml/2006/main">
            <a:r>
              <a:t>docs/opencode-review-format.md 输入与输出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图来自项目变量教程，是源码路径示例，不是已捕获的运行轨迹。Service_Poll 保存旧快照后，如果 TIM2 在清零前设置采样位，新事件可能被清零。静态候选至少涉及同一存储、跨物理上下文访问、至少一方写入、可能交错且没有完整有效保护证明。存在已恢复冲突时优先保留 SUSPECT，即使另有覆盖缺口。没有上述冲突但存在变量相关缺口时为 UNKNOWN。证据足以证明无冲突时为 SAFE。COMPLETE/PARTIAL 独立于风险，SUSPECT+PARTIAL 有效。一个源码写点不等于一个执行者；volatile、32 位字长和出现关中断 API 本身不构成安全证明。SUSPECT 是候选，不等同 CONFIRMED。</a:t>
            </a:r>
          </a:p>
          <a:p xmlns:a="http://schemas.openxmlformats.org/drawingml/2006/main">
            <a:r>
              <a:t/>
            </a:r>
          </a:p>
          <a:p xmlns:a="http://schemas.openxmlformats.org/drawingml/2006/main">
            <a:r>
              <a:t>项目来源</a:t>
            </a:r>
          </a:p>
          <a:p xmlns:a="http://schemas.openxmlformats.org/drawingml/2006/main">
            <a:r>
              <a:t>README.md 确定性分类顺序</a:t>
            </a:r>
          </a:p>
          <a:p xmlns:a="http://schemas.openxmlformats.org/drawingml/2006/main">
            <a:r>
              <a:t>docs/variable-investigation-guide.md §1 pending_events</a:t>
            </a:r>
          </a:p>
          <a:p xmlns:a="http://schemas.openxmlformats.org/drawingml/2006/main">
            <a:r>
              <a:t>stm32_baremetal_concurrency_tool_design_final.md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使用与当前源码一致的培训配套便携包，不沿用较旧的 dist 归档。包内包含 Python、libclang、PyYAML、CMake、Ninja 和 Arm GCC，因此本教程不混入源码版的 py/pip 安装路径。D:/ECRA 和 D:/firmware/MyBoard 都是教学示例，不代表用户机器已经存在这些目录。解压后应使 ecra.cmd、config、runtime、tools 在同一根目录。固件必须已有正常的真实构建方式。示例 cmake/arm-none-eabi.cmake 的文件名需换成项目实际文件名。便携包的工具链版本仍需满足固件要求。看到 --help 后继续下一页设置 config/semantics.yaml。普通全局/static 盘点不需要模型账户。</a:t>
            </a:r>
          </a:p>
          <a:p xmlns:a="http://schemas.openxmlformats.org/drawingml/2006/main">
            <a:r>
              <a:t/>
            </a:r>
          </a:p>
          <a:p xmlns:a="http://schemas.openxmlformats.org/drawingml/2006/main">
            <a:r>
              <a:t>项目来源</a:t>
            </a:r>
          </a:p>
          <a:p xmlns:a="http://schemas.openxmlformats.org/drawingml/2006/main">
            <a:r>
              <a:t>README.md Windows Full Portable</a:t>
            </a:r>
          </a:p>
          <a:p xmlns:a="http://schemas.openxmlformats.org/drawingml/2006/main">
            <a:r>
              <a:t>build_portable.ps1 便携启动器与依赖自检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这不是替换整个配置文件的完整 YAML，而是在已有唯一配置中修改对应字段。不要新增第二个 project、analysis 或 review 节。include_dirs 相对固件根目录解释，示例包含 Core/Src 和 Core/Inc；自己的 App、BSP、User 等目录应一并加入。exclude_dirs 只排除第三方自己定义的变量，不会删掉它们对用户变量的调用链证据。现有 exclude_files 也需要按实际芯片和归属检查。open_report: true 会在扫描后尝试自动打开报告，下一页保留手动打开方法。review.enabled: false 避免首次接入依赖 OpenCode。output_dir 为 .ecra，后续全部输出路径都据此给出。</a:t>
            </a:r>
          </a:p>
          <a:p xmlns:a="http://schemas.openxmlformats.org/drawingml/2006/main">
            <a:r>
              <a:t/>
            </a:r>
          </a:p>
          <a:p xmlns:a="http://schemas.openxmlformats.org/drawingml/2006/main">
            <a:r>
              <a:t>项目来源</a:t>
            </a:r>
          </a:p>
          <a:p xmlns:a="http://schemas.openxmlformats.org/drawingml/2006/main">
            <a:r>
              <a:t>config/semantics.yaml 字段说明</a:t>
            </a:r>
          </a:p>
          <a:p xmlns:a="http://schemas.openxmlformats.org/drawingml/2006/main">
            <a:r>
              <a:t>docs/one-command-tutorial.md §4 关键字段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示例默认固件 CMake 构建采用 Ninja 和 Debug。toolchain_file 使用多行 YAML 标量，值仍是单个字符串。文件路径相对固件根目录，必须真实存在。若工程的 CMakeLists.txt 或 Preset 已加载正确工具链，则不应重复用其他文件名覆盖它。clean_before_configure: false 保留专用构建缓存用于增量构建；切换生成器或工具链时应使用新的专用目录或清理确认过的旧专用目录。不要删除 IDE 正式构建目录。固件有额外 -D 选项时，在现有 args 数组中逐项填写完整参数。ECRA 使用真实参数生成 compile_commands.json，不会仅凭 project.chip 自动注入宏。</a:t>
            </a:r>
          </a:p>
          <a:p xmlns:a="http://schemas.openxmlformats.org/drawingml/2006/main">
            <a:r>
              <a:t/>
            </a:r>
          </a:p>
          <a:p xmlns:a="http://schemas.openxmlformats.org/drawingml/2006/main">
            <a:r>
              <a:t>项目来源</a:t>
            </a:r>
          </a:p>
          <a:p xmlns:a="http://schemas.openxmlformats.org/drawingml/2006/main">
            <a:r>
              <a:t>docs/one-command-tutorial.md §1、§4</a:t>
            </a:r>
          </a:p>
          <a:p xmlns:a="http://schemas.openxmlformats.org/drawingml/2006/main">
            <a:r>
              <a:t>config/semantics.yaml analysis.cmake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第一页的 Set-Location 将终端定位在 D:/ECRA，所以此处使用 PowerShell 的 .\ecra.cmd，不要求 ecra.cmd 已加入 PATH。doctor 不执行变量扫描。完整扫描可能因工程规模耗时，CMake 配置和构建失败需先查看诊断。--no-review 强制关闭本次模型复核。静态扫描后的 PENDING 或 INCOMPLETE 可能表示复核未完成，也可能存在覆盖问题，不能仅看一个返回码判断成功或安全。应检查 index.html 中的解析覆盖、run.log 和 run.json。Invoke-Item 使用相同 MyBoard 示例路径。ECRA 不修改固件源码，也不烧录开发板。</a:t>
            </a:r>
          </a:p>
          <a:p xmlns:a="http://schemas.openxmlformats.org/drawingml/2006/main">
            <a:r>
              <a:t/>
            </a:r>
          </a:p>
          <a:p xmlns:a="http://schemas.openxmlformats.org/drawingml/2006/main">
            <a:r>
              <a:t>项目来源</a:t>
            </a:r>
          </a:p>
          <a:p xmlns:a="http://schemas.openxmlformats.org/drawingml/2006/main">
            <a:r>
              <a:t>docs/one-command-tutorial.md §5、§6</a:t>
            </a:r>
          </a:p>
          <a:p xmlns:a="http://schemas.openxmlformats.org/drawingml/2006/main">
            <a:r>
              <a:t>README.md 日常复核、输出与状态</a:t>
            </a:r>
          </a:p>
          <a:p xmlns:a="http://schemas.openxmlformats.org/drawingml/2006/main">
            <a:r>
              <a:t>dist/ECRA-Portable/ecra.cmd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图片是项目已有 inventory-serial.png 的界面截图，不是当前工程新扫描截图。仅裁剪用于导航的区域，没有改动其中统计或结论。截图的统计和旧版文字不作为当前分析结果。操作名称也与当前 HTML 的全部目标变量、过滤与覆盖校验、搜索和全部访问与调用链一致。清单中的 SAFE/SUSPECT/UNKNOWN 以及 COMPLETE/PARTIAL 需分开阅读。变量名并不保证唯一，应结合定义文件和编译单元。模型结论在另一个 opencode_review.html 页面。不要把静态疑似项当成目标板上已证实缺陷。</a:t>
            </a:r>
          </a:p>
          <a:p xmlns:a="http://schemas.openxmlformats.org/drawingml/2006/main">
            <a:r>
              <a:t/>
            </a:r>
          </a:p>
          <a:p xmlns:a="http://schemas.openxmlformats.org/drawingml/2006/main">
            <a:r>
              <a:t>项目来源</a:t>
            </a:r>
          </a:p>
          <a:p xmlns:a="http://schemas.openxmlformats.org/drawingml/2006/main">
            <a:r>
              <a:t>output/playwright/inventory-serial.png 已有界面证据</a:t>
            </a:r>
          </a:p>
          <a:p xmlns:a="http://schemas.openxmlformats.org/drawingml/2006/main">
            <a:r>
              <a:t>docs/one-command-tutorial.md §6</a:t>
            </a:r>
          </a:p>
          <a:p xmlns:a="http://schemas.openxmlformats.org/drawingml/2006/main">
            <a:r>
              <a:t>README.md 完整变量清单与覆盖检查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本教程不会安装或登录 OpenCode。便携包不包含它，使用前需确保用户已有可用 opencode 命令、提供商和模型。review 命令本身是显式请求复核，它重新复核当前全部静态 SUSPECT/UNKNOWN，包括已有答案。工程背景属于待源码核实的声明；案例相似不能直接确认风险。输出位于 D:/firmware/MyBoard/.ecra/opencode_review.html。CONFIRMED 为源码与执行关系支持的实际风险，LIKELY 仍有少量运行条件未定，NEED_MORE_CONTEXT 缺决定性事实；REVIEWED_SAFE 和 FALSE_POSITIVE 均需保留依据与前提。TECH_FAILED 是技术执行失败，与上述语义结论分开。源码证据与模型推理都不能代替必要的目标板验证。</a:t>
            </a:r>
          </a:p>
          <a:p xmlns:a="http://schemas.openxmlformats.org/drawingml/2006/main">
            <a:r>
              <a:t/>
            </a:r>
          </a:p>
          <a:p xmlns:a="http://schemas.openxmlformats.org/drawingml/2006/main">
            <a:r>
              <a:t>项目来源</a:t>
            </a:r>
          </a:p>
          <a:p xmlns:a="http://schemas.openxmlformats.org/drawingml/2006/main">
            <a:r>
              <a:t>README.md OpenCode 复核与持续使用</a:t>
            </a:r>
          </a:p>
          <a:p xmlns:a="http://schemas.openxmlformats.org/drawingml/2006/main">
            <a:r>
              <a:t>docs/opencode-review-format.md</a:t>
            </a:r>
          </a:p>
          <a:p xmlns:a="http://schemas.openxmlformats.org/drawingml/2006/main">
            <a:r>
              <a:t>config/review_context.md</a:t>
            </a:r>
          </a:p>
          <a:p xmlns:a="http://schemas.openxmlformats.org/drawingml/2006/main">
            <a:r>
              <a:t>config/concurrency_cases.md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源码、头文件、编译数据库或静态分析配置发生变化时，必须重新扫描。只更新工程补充背景、案例或复核提示词时可直接 review。review-failed 只重试技术失败，不会重评已有 NEED_MORE_CONTEXT 的变量；补充证据后使用 review。CMake 失败先读 cmake-configure.log、cmake-build.log，再核对工具链和构建参数。静态覆盖问题在 index.html 的过滤与覆盖校验、run.log 以及 reports/unknown_contexts.md 中定位。对于自定义异步入口，可在 contexts 或 entry_registrations 中补充有源码依据的事实。修复事件位图时，应保护完整的取快照并清零事务，同时核对所有发布者的读改写保护；单核普通 IRQ 场景恢复原 PRIMASK，耗时处理放在临界区外。DMA、NMI、多核需单独分析。候选减少不自动等于修复完成，应通过相应测试核查业务结果。</a:t>
            </a:r>
          </a:p>
          <a:p xmlns:a="http://schemas.openxmlformats.org/drawingml/2006/main">
            <a:r>
              <a:t/>
            </a:r>
          </a:p>
          <a:p xmlns:a="http://schemas.openxmlformats.org/drawingml/2006/main">
            <a:r>
              <a:t>项目来源</a:t>
            </a:r>
          </a:p>
          <a:p xmlns:a="http://schemas.openxmlformats.org/drawingml/2006/main">
            <a:r>
              <a:t>README.md 日常使用与指纹一致性</a:t>
            </a:r>
          </a:p>
          <a:p xmlns:a="http://schemas.openxmlformats.org/drawingml/2006/main">
            <a:r>
              <a:t>docs/one-command-tutorial.md §9 常见故障</a:t>
            </a:r>
          </a:p>
          <a:p xmlns:a="http://schemas.openxmlformats.org/drawingml/2006/main">
            <a:r>
              <a:t>docs/variable-investigation-guide.md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7c11caa6cb46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2730ea1fd445d3" /><Relationship Type="http://schemas.openxmlformats.org/officeDocument/2006/relationships/slideLayout" Target="/ppt/slideLayouts/slideLayout1.xml" Id="R001baa9f000a4d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1baa9f000a4d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47a86a609c4604" /><Relationship Type="http://schemas.openxmlformats.org/officeDocument/2006/relationships/notesSlide" Target="/ppt/notesSlides/notesSlide1.xml" Id="R3a1a27d9e8e949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93ecd2c06b4c5b" /><Relationship Type="http://schemas.openxmlformats.org/officeDocument/2006/relationships/notesSlide" Target="/ppt/notesSlides/notesSlide2.xml" Id="R6d792aa5b24843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d0284493224084" /><Relationship Type="http://schemas.openxmlformats.org/officeDocument/2006/relationships/notesSlide" Target="/ppt/notesSlides/notesSlide3.xml" Id="Rd6eb41d96fcb40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f31daca92a4791" /><Relationship Type="http://schemas.openxmlformats.org/officeDocument/2006/relationships/notesSlide" Target="/ppt/notesSlides/notesSlide4.xml" Id="R6f4a4e81d08249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2b1d18e25848ec" /><Relationship Type="http://schemas.openxmlformats.org/officeDocument/2006/relationships/notesSlide" Target="/ppt/notesSlides/notesSlide5.xml" Id="Re9fc47bff5cf4b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6aa7bb826f4e5b" /><Relationship Type="http://schemas.openxmlformats.org/officeDocument/2006/relationships/notesSlide" Target="/ppt/notesSlides/notesSlide6.xml" Id="Ra7cc379b269c4e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b7a9b3dae54281" /><Relationship Type="http://schemas.openxmlformats.org/officeDocument/2006/relationships/notesSlide" Target="/ppt/notesSlides/notesSlide7.xml" Id="R1d25d53dc2e243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e86487bed24606" /><Relationship Type="http://schemas.openxmlformats.org/officeDocument/2006/relationships/image" Target="/ppt/media/image.png" Id="Rf55cc6eaac6b442a" /><Relationship Type="http://schemas.openxmlformats.org/officeDocument/2006/relationships/notesSlide" Target="/ppt/notesSlides/notesSlide8.xml" Id="Rd268f6f10cde41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d7a1bc076d4ed8" /><Relationship Type="http://schemas.openxmlformats.org/officeDocument/2006/relationships/notesSlide" Target="/ppt/notesSlides/notesSlide9.xml" Id="R3b2c9c236a154d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1d926ca8144ce4" /><Relationship Type="http://schemas.openxmlformats.org/officeDocument/2006/relationships/notesSlide" Target="/ppt/notesSlides/notesSlide10.xml" Id="R0294450012e14a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5130F271-35C9-492E-B7C5-7B479436D708}"/>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ECRA 用户培训 · 背景</a:t>
            </a:r>
          </a:p>
        </p:txBody>
      </p:sp>
      <p:sp>
        <p:nvSpPr>
          <p:cNvPr id="2" name="slide-title">
            <a:extLst xmlns:a="http://schemas.openxmlformats.org/drawingml/2006/main">
              <a:ext uri="{FF2B5EF4-FFF2-40B4-BE49-F238E27FC236}">
                <a16:creationId xmlns:a16="http://schemas.microsoft.com/office/drawing/2014/main" id="{FFFF7386-17A2-408E-8793-F308FA380D25}"/>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为什么要做 ECRA</a:t>
            </a:r>
          </a:p>
        </p:txBody>
      </p:sp>
      <p:sp>
        <p:nvSpPr>
          <p:cNvPr id="3" name="subtitle">
            <a:extLst xmlns:a="http://schemas.openxmlformats.org/drawingml/2006/main">
              <a:ext uri="{FF2B5EF4-FFF2-40B4-BE49-F238E27FC236}">
                <a16:creationId xmlns:a16="http://schemas.microsoft.com/office/drawing/2014/main" id="{D5A861CA-6DDB-4A30-9BDD-35B17921EA46}"/>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面向 STM32 的全局 / static 变量并发排查工具</a:t>
            </a:r>
          </a:p>
        </p:txBody>
      </p:sp>
      <p:sp>
        <p:nvSpPr>
          <p:cNvPr id="4" name="page-number">
            <a:extLst xmlns:a="http://schemas.openxmlformats.org/drawingml/2006/main">
              <a:ext uri="{FF2B5EF4-FFF2-40B4-BE49-F238E27FC236}">
                <a16:creationId xmlns:a16="http://schemas.microsoft.com/office/drawing/2014/main" id="{094C25F0-8408-4F8D-91FB-B0F10673F0DD}"/>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01</a:t>
            </a:r>
          </a:p>
        </p:txBody>
      </p:sp>
      <p:sp>
        <p:nvSpPr>
          <p:cNvPr id="5" name="manual-heading">
            <a:extLst xmlns:a="http://schemas.openxmlformats.org/drawingml/2006/main">
              <a:ext uri="{FF2B5EF4-FFF2-40B4-BE49-F238E27FC236}">
                <a16:creationId xmlns:a16="http://schemas.microsoft.com/office/drawing/2014/main" id="{6748E567-11ED-43FF-9ECE-63253BB05CD0}"/>
              </a:ext>
            </a:extLst>
          </p:cNvPr>
          <p:cNvSpPr>
            <a:spLocks xmlns:a="http://schemas.openxmlformats.org/drawingml/2006/main" noGrp="1"/>
          </p:cNvSpPr>
          <p:nvPr/>
        </p:nvSpPr>
        <p:spPr>
          <a:xfrm xmlns:a="http://schemas.openxmlformats.org/drawingml/2006/main">
            <a:off x="866775" y="25336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5E7286"/>
                </a:solidFill>
                <a:latin typeface="Microsoft YaHei"/>
                <a:ea typeface="Microsoft YaHei"/>
                <a:cs typeface="Microsoft YaHei"/>
              </a:defRPr>
            </a:pPr>
            <a:r>
              <a:rPr sz="2325" b="1">
                <a:solidFill>
                  <a:srgbClr val="5E7286"/>
                </a:solidFill>
                <a:latin typeface="Microsoft YaHei"/>
                <a:ea typeface="Microsoft YaHei"/>
                <a:cs typeface="Microsoft YaHei"/>
              </a:rPr>
              <a:t>人工排查要承担的工作</a:t>
            </a:r>
          </a:p>
        </p:txBody>
      </p:sp>
      <p:sp>
        <p:nvSpPr>
          <p:cNvPr id="6" name="tool-heading">
            <a:extLst xmlns:a="http://schemas.openxmlformats.org/drawingml/2006/main">
              <a:ext uri="{FF2B5EF4-FFF2-40B4-BE49-F238E27FC236}">
                <a16:creationId xmlns:a16="http://schemas.microsoft.com/office/drawing/2014/main" id="{5A2F5679-E157-4CD2-BE1E-F8B457029AFD}"/>
              </a:ext>
            </a:extLst>
          </p:cNvPr>
          <p:cNvSpPr>
            <a:spLocks xmlns:a="http://schemas.openxmlformats.org/drawingml/2006/main" noGrp="1"/>
          </p:cNvSpPr>
          <p:nvPr/>
        </p:nvSpPr>
        <p:spPr>
          <a:xfrm xmlns:a="http://schemas.openxmlformats.org/drawingml/2006/main">
            <a:off x="9144000" y="2533650"/>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ECRA 承担的工作</a:t>
            </a:r>
          </a:p>
        </p:txBody>
      </p:sp>
      <p:sp>
        <p:nvSpPr>
          <p:cNvPr id="7" name="manual-0">
            <a:extLst xmlns:a="http://schemas.openxmlformats.org/drawingml/2006/main">
              <a:ext uri="{FF2B5EF4-FFF2-40B4-BE49-F238E27FC236}">
                <a16:creationId xmlns:a16="http://schemas.microsoft.com/office/drawing/2014/main" id="{CFD618DB-B4AA-408A-B42B-39E4A2A6280E}"/>
              </a:ext>
            </a:extLst>
          </p:cNvPr>
          <p:cNvSpPr>
            <a:spLocks xmlns:a="http://schemas.openxmlformats.org/drawingml/2006/main" noGrp="1"/>
          </p:cNvSpPr>
          <p:nvPr/>
        </p:nvSpPr>
        <p:spPr>
          <a:xfrm xmlns:a="http://schemas.openxmlformats.org/drawingml/2006/main">
            <a:off x="857250" y="3219450"/>
            <a:ext cx="5429250" cy="923925"/>
          </a:xfrm>
          <a:prstGeom xmlns:a="http://schemas.openxmlformats.org/drawingml/2006/main" prst="rect">
            <a:avLst/>
          </a:prstGeom>
          <a:solidFill xmlns:a="http://schemas.openxmlformats.org/drawingml/2006/main">
            <a:srgbClr val="F4F7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清单靠手找</a:t>
            </a:r>
          </a:p>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全局、文件 static、函数 static 分散</a:t>
            </a:r>
          </a:p>
        </p:txBody>
      </p:sp>
      <p:sp>
        <p:nvSpPr>
          <p:cNvPr id="8" name="tool-0">
            <a:extLst xmlns:a="http://schemas.openxmlformats.org/drawingml/2006/main">
              <a:ext uri="{FF2B5EF4-FFF2-40B4-BE49-F238E27FC236}">
                <a16:creationId xmlns:a16="http://schemas.microsoft.com/office/drawing/2014/main" id="{DE004944-AA25-4F8D-BB61-9B20D0F207DA}"/>
              </a:ext>
            </a:extLst>
          </p:cNvPr>
          <p:cNvSpPr>
            <a:spLocks xmlns:a="http://schemas.openxmlformats.org/drawingml/2006/main" noGrp="1"/>
          </p:cNvSpPr>
          <p:nvPr/>
        </p:nvSpPr>
        <p:spPr>
          <a:xfrm xmlns:a="http://schemas.openxmlformats.org/drawingml/2006/main">
            <a:off x="9144000" y="3219450"/>
            <a:ext cx="5286375" cy="923925"/>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自动盘点</a:t>
            </a:r>
          </a:p>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按当前构建生成变量台账</a:t>
            </a:r>
          </a:p>
        </p:txBody>
      </p:sp>
      <p:cxnSp>
        <p:nvCxnSpPr>
          <p:cNvPr id="25" name=""/>
          <p:cNvCxnSpPr>
            <a:stCxn xmlns:a="http://schemas.openxmlformats.org/drawingml/2006/main" id="7" idx="3"/>
            <a:endCxn xmlns:a="http://schemas.openxmlformats.org/drawingml/2006/main" id="8" idx="1"/>
          </p:cNvCxnSpPr>
          <p:nvPr/>
        </p:nvCxnSpPr>
        <p:spPr>
          <a:xfrm xmlns:a="http://schemas.openxmlformats.org/drawingml/2006/main">
            <a:off x="6286500" y="3681413"/>
            <a:ext cx="2857500" cy="0"/>
          </a:xfrm>
          <a:prstGeom xmlns:a="http://schemas.openxmlformats.org/drawingml/2006/main" prst="straightConnector1">
            <a:avLst/>
          </a:prstGeom>
          <a:ln xmlns:a="http://schemas.openxmlformats.org/drawingml/2006/main" w="23813">
            <a:solidFill>
              <a:srgbClr val="087F7C"/>
            </a:solidFill>
            <a:prstDash val="solid"/>
            <a:headEnd type="none" w="med" len="med"/>
            <a:tailEnd type="triangle" w="sm" len="sm"/>
          </a:ln>
        </p:spPr>
      </p:cxnSp>
      <p:sp>
        <p:nvSpPr>
          <p:cNvPr id="10" name="manual-1">
            <a:extLst xmlns:a="http://schemas.openxmlformats.org/drawingml/2006/main">
              <a:ext uri="{FF2B5EF4-FFF2-40B4-BE49-F238E27FC236}">
                <a16:creationId xmlns:a16="http://schemas.microsoft.com/office/drawing/2014/main" id="{1F659CEE-F497-4D7E-A6D8-90C66CB22472}"/>
              </a:ext>
            </a:extLst>
          </p:cNvPr>
          <p:cNvSpPr>
            <a:spLocks xmlns:a="http://schemas.openxmlformats.org/drawingml/2006/main" noGrp="1"/>
          </p:cNvSpPr>
          <p:nvPr/>
        </p:nvSpPr>
        <p:spPr>
          <a:xfrm xmlns:a="http://schemas.openxmlformats.org/drawingml/2006/main">
            <a:off x="857250" y="4391025"/>
            <a:ext cx="5429250" cy="923925"/>
          </a:xfrm>
          <a:prstGeom xmlns:a="http://schemas.openxmlformats.org/drawingml/2006/main" prst="rect">
            <a:avLst/>
          </a:prstGeom>
          <a:solidFill xmlns:a="http://schemas.openxmlformats.org/drawingml/2006/main">
            <a:srgbClr val="F4F7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调用靠人追</a:t>
            </a:r>
          </a:p>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同一函数可能由主循环或中断调用</a:t>
            </a:r>
          </a:p>
        </p:txBody>
      </p:sp>
      <p:sp>
        <p:nvSpPr>
          <p:cNvPr id="11" name="tool-1">
            <a:extLst xmlns:a="http://schemas.openxmlformats.org/drawingml/2006/main">
              <a:ext uri="{FF2B5EF4-FFF2-40B4-BE49-F238E27FC236}">
                <a16:creationId xmlns:a16="http://schemas.microsoft.com/office/drawing/2014/main" id="{57ED556F-3E1E-4170-A68F-2DDC2C41E4A5}"/>
              </a:ext>
            </a:extLst>
          </p:cNvPr>
          <p:cNvSpPr>
            <a:spLocks xmlns:a="http://schemas.openxmlformats.org/drawingml/2006/main" noGrp="1"/>
          </p:cNvSpPr>
          <p:nvPr/>
        </p:nvSpPr>
        <p:spPr>
          <a:xfrm xmlns:a="http://schemas.openxmlformats.org/drawingml/2006/main">
            <a:off x="9144000" y="4391025"/>
            <a:ext cx="5286375" cy="923925"/>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关联证据</a:t>
            </a:r>
          </a:p>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对应读写、调用链与执行者</a:t>
            </a:r>
          </a:p>
        </p:txBody>
      </p:sp>
      <p:cxnSp>
        <p:nvCxnSpPr>
          <p:cNvPr id="28" name=""/>
          <p:cNvCxnSpPr>
            <a:stCxn xmlns:a="http://schemas.openxmlformats.org/drawingml/2006/main" id="10" idx="3"/>
            <a:endCxn xmlns:a="http://schemas.openxmlformats.org/drawingml/2006/main" id="11" idx="1"/>
          </p:cNvCxnSpPr>
          <p:nvPr/>
        </p:nvCxnSpPr>
        <p:spPr>
          <a:xfrm xmlns:a="http://schemas.openxmlformats.org/drawingml/2006/main">
            <a:off x="6286500" y="4852988"/>
            <a:ext cx="2857500" cy="0"/>
          </a:xfrm>
          <a:prstGeom xmlns:a="http://schemas.openxmlformats.org/drawingml/2006/main" prst="straightConnector1">
            <a:avLst/>
          </a:prstGeom>
          <a:ln xmlns:a="http://schemas.openxmlformats.org/drawingml/2006/main" w="23813">
            <a:solidFill>
              <a:srgbClr val="087F7C"/>
            </a:solidFill>
            <a:prstDash val="solid"/>
            <a:headEnd type="none" w="med" len="med"/>
            <a:tailEnd type="triangle" w="sm" len="sm"/>
          </a:ln>
        </p:spPr>
      </p:cxnSp>
      <p:sp>
        <p:nvSpPr>
          <p:cNvPr id="13" name="manual-2">
            <a:extLst xmlns:a="http://schemas.openxmlformats.org/drawingml/2006/main">
              <a:ext uri="{FF2B5EF4-FFF2-40B4-BE49-F238E27FC236}">
                <a16:creationId xmlns:a16="http://schemas.microsoft.com/office/drawing/2014/main" id="{88443EE7-C8B3-447C-B0FD-C2CE7FFD680B}"/>
              </a:ext>
            </a:extLst>
          </p:cNvPr>
          <p:cNvSpPr>
            <a:spLocks xmlns:a="http://schemas.openxmlformats.org/drawingml/2006/main" noGrp="1"/>
          </p:cNvSpPr>
          <p:nvPr/>
        </p:nvSpPr>
        <p:spPr>
          <a:xfrm xmlns:a="http://schemas.openxmlformats.org/drawingml/2006/main">
            <a:off x="857250" y="5562600"/>
            <a:ext cx="5429250" cy="923925"/>
          </a:xfrm>
          <a:prstGeom xmlns:a="http://schemas.openxmlformats.org/drawingml/2006/main" prst="rect">
            <a:avLst/>
          </a:prstGeom>
          <a:solidFill xmlns:a="http://schemas.openxmlformats.org/drawingml/2006/main">
            <a:srgbClr val="F4F7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变更后重查</a:t>
            </a:r>
          </a:p>
          <a:p xmlns:a="http://schemas.openxmlformats.org/drawingml/2006/main">
            <a:pPr algn="ctr">
              <a:defRPr sz="2100" b="1">
                <a:solidFill>
                  <a:srgbClr val="152D45"/>
                </a:solidFill>
                <a:latin typeface="Microsoft YaHei"/>
                <a:ea typeface="Microsoft YaHei"/>
                <a:cs typeface="Microsoft YaHei"/>
              </a:defRPr>
            </a:pPr>
            <a:r>
              <a:rPr sz="2100" b="1">
                <a:solidFill>
                  <a:srgbClr val="152D45"/>
                </a:solidFill>
                <a:latin typeface="Microsoft YaHei"/>
                <a:ea typeface="Microsoft YaHei"/>
                <a:cs typeface="Microsoft YaHei"/>
              </a:rPr>
              <a:t>源码、宏和入口变化后重新核对</a:t>
            </a:r>
          </a:p>
        </p:txBody>
      </p:sp>
      <p:sp>
        <p:nvSpPr>
          <p:cNvPr id="14" name="tool-2">
            <a:extLst xmlns:a="http://schemas.openxmlformats.org/drawingml/2006/main">
              <a:ext uri="{FF2B5EF4-FFF2-40B4-BE49-F238E27FC236}">
                <a16:creationId xmlns:a16="http://schemas.microsoft.com/office/drawing/2014/main" id="{4430335B-7BA5-45EC-B94F-D65C1285BF7B}"/>
              </a:ext>
            </a:extLst>
          </p:cNvPr>
          <p:cNvSpPr>
            <a:spLocks xmlns:a="http://schemas.openxmlformats.org/drawingml/2006/main" noGrp="1"/>
          </p:cNvSpPr>
          <p:nvPr/>
        </p:nvSpPr>
        <p:spPr>
          <a:xfrm xmlns:a="http://schemas.openxmlformats.org/drawingml/2006/main">
            <a:off x="9144000" y="5562600"/>
            <a:ext cx="5286375" cy="923925"/>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重复运行</a:t>
            </a:r>
          </a:p>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保存结论依据与未解决缺口</a:t>
            </a:r>
          </a:p>
        </p:txBody>
      </p:sp>
      <p:cxnSp>
        <p:nvCxnSpPr>
          <p:cNvPr id="31" name=""/>
          <p:cNvCxnSpPr>
            <a:stCxn xmlns:a="http://schemas.openxmlformats.org/drawingml/2006/main" id="13" idx="3"/>
            <a:endCxn xmlns:a="http://schemas.openxmlformats.org/drawingml/2006/main" id="14" idx="1"/>
          </p:cNvCxnSpPr>
          <p:nvPr/>
        </p:nvCxnSpPr>
        <p:spPr>
          <a:xfrm xmlns:a="http://schemas.openxmlformats.org/drawingml/2006/main">
            <a:off x="6286500" y="6024563"/>
            <a:ext cx="2857500" cy="0"/>
          </a:xfrm>
          <a:prstGeom xmlns:a="http://schemas.openxmlformats.org/drawingml/2006/main" prst="straightConnector1">
            <a:avLst/>
          </a:prstGeom>
          <a:ln xmlns:a="http://schemas.openxmlformats.org/drawingml/2006/main" w="23813">
            <a:solidFill>
              <a:srgbClr val="087F7C"/>
            </a:solidFill>
            <a:prstDash val="solid"/>
            <a:headEnd type="none" w="med" len="med"/>
            <a:tailEnd type="triangle" w="sm" len="sm"/>
          </a:ln>
        </p:spPr>
      </p:cxnSp>
      <p:sp>
        <p:nvSpPr>
          <p:cNvPr id="16" name="project-goal">
            <a:extLst xmlns:a="http://schemas.openxmlformats.org/drawingml/2006/main">
              <a:ext uri="{FF2B5EF4-FFF2-40B4-BE49-F238E27FC236}">
                <a16:creationId xmlns:a16="http://schemas.microsoft.com/office/drawing/2014/main" id="{07D1206A-5ACD-4E92-AE5B-2B8FB149F727}"/>
              </a:ext>
            </a:extLst>
          </p:cNvPr>
          <p:cNvSpPr>
            <a:spLocks xmlns:a="http://schemas.openxmlformats.org/drawingml/2006/main" noGrp="1"/>
          </p:cNvSpPr>
          <p:nvPr/>
        </p:nvSpPr>
        <p:spPr>
          <a:xfrm xmlns:a="http://schemas.openxmlformats.org/drawingml/2006/main">
            <a:off x="866775" y="7305675"/>
            <a:ext cx="1347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087F7C"/>
                </a:solidFill>
                <a:latin typeface="Microsoft YaHei"/>
                <a:ea typeface="Microsoft YaHei"/>
                <a:cs typeface="Microsoft YaHei"/>
              </a:defRPr>
            </a:pPr>
            <a:r>
              <a:rPr sz="2625" b="1">
                <a:solidFill>
                  <a:srgbClr val="087F7C"/>
                </a:solidFill>
                <a:latin typeface="Microsoft YaHei"/>
                <a:ea typeface="Microsoft YaHei"/>
                <a:cs typeface="Microsoft YaHei"/>
              </a:rPr>
              <a:t>建设目标：让工程师集中核查有证据的疑似项与缺口</a:t>
            </a:r>
          </a:p>
        </p:txBody>
      </p:sp>
    </p:spTree>
    <p:extLst>
      <p:ext uri="{BB962C8B-B14F-4D97-AF65-F5344CB8AC3E}">
        <p14:creationId xmlns:p14="http://schemas.microsoft.com/office/powerpoint/2010/main" val="1521489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
            <a:extLst xmlns:a="http://schemas.openxmlformats.org/drawingml/2006/main">
              <a:ext uri="{FF2B5EF4-FFF2-40B4-BE49-F238E27FC236}">
                <a16:creationId xmlns:a16="http://schemas.microsoft.com/office/drawing/2014/main" id="{B9489E42-29E1-46CE-AE40-7413BD53347D}"/>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原理 1 / 2</a:t>
            </a:r>
          </a:p>
        </p:txBody>
      </p:sp>
      <p:sp>
        <p:nvSpPr>
          <p:cNvPr id="2" name="slide-title">
            <a:extLst xmlns:a="http://schemas.openxmlformats.org/drawingml/2006/main">
              <a:ext uri="{FF2B5EF4-FFF2-40B4-BE49-F238E27FC236}">
                <a16:creationId xmlns:a16="http://schemas.microsoft.com/office/drawing/2014/main" id="{06A28FF3-C0D0-450B-BF73-3BD05B019E3C}"/>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输入到报告：工具如何工作</a:t>
            </a:r>
          </a:p>
        </p:txBody>
      </p:sp>
      <p:sp>
        <p:nvSpPr>
          <p:cNvPr id="3" name="subtitle">
            <a:extLst xmlns:a="http://schemas.openxmlformats.org/drawingml/2006/main">
              <a:ext uri="{FF2B5EF4-FFF2-40B4-BE49-F238E27FC236}">
                <a16:creationId xmlns:a16="http://schemas.microsoft.com/office/drawing/2014/main" id="{2FF89DC5-DB63-4356-AFA5-9094BB18D479}"/>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静态层整理事实并分流，AI 层按需回到源码核查</a:t>
            </a:r>
          </a:p>
        </p:txBody>
      </p:sp>
      <p:sp>
        <p:nvSpPr>
          <p:cNvPr id="4" name="page-number">
            <a:extLst xmlns:a="http://schemas.openxmlformats.org/drawingml/2006/main">
              <a:ext uri="{FF2B5EF4-FFF2-40B4-BE49-F238E27FC236}">
                <a16:creationId xmlns:a16="http://schemas.microsoft.com/office/drawing/2014/main" id="{CC486F2E-C9E7-42F8-B23B-A5994EA91502}"/>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02</a:t>
            </a:r>
          </a:p>
        </p:txBody>
      </p:sp>
      <p:sp>
        <p:nvSpPr>
          <p:cNvPr id="5" name="column-工程输入">
            <a:extLst xmlns:a="http://schemas.openxmlformats.org/drawingml/2006/main">
              <a:ext uri="{FF2B5EF4-FFF2-40B4-BE49-F238E27FC236}">
                <a16:creationId xmlns:a16="http://schemas.microsoft.com/office/drawing/2014/main" id="{56755A1C-0E7F-45F5-847D-D8663F9D43FC}"/>
              </a:ext>
            </a:extLst>
          </p:cNvPr>
          <p:cNvSpPr>
            <a:spLocks xmlns:a="http://schemas.openxmlformats.org/drawingml/2006/main" noGrp="1"/>
          </p:cNvSpPr>
          <p:nvPr/>
        </p:nvSpPr>
        <p:spPr>
          <a:xfrm xmlns:a="http://schemas.openxmlformats.org/drawingml/2006/main">
            <a:off x="857250" y="2447925"/>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087F7C"/>
                </a:solidFill>
                <a:latin typeface="Microsoft YaHei"/>
                <a:ea typeface="Microsoft YaHei"/>
                <a:cs typeface="Microsoft YaHei"/>
              </a:defRPr>
            </a:pPr>
            <a:r>
              <a:rPr sz="2175" b="1">
                <a:solidFill>
                  <a:srgbClr val="087F7C"/>
                </a:solidFill>
                <a:latin typeface="Microsoft YaHei"/>
                <a:ea typeface="Microsoft YaHei"/>
                <a:cs typeface="Microsoft YaHei"/>
              </a:rPr>
              <a:t>工程输入</a:t>
            </a:r>
          </a:p>
        </p:txBody>
      </p:sp>
      <p:sp>
        <p:nvSpPr>
          <p:cNvPr id="6" name="column-本地静态分析">
            <a:extLst xmlns:a="http://schemas.openxmlformats.org/drawingml/2006/main">
              <a:ext uri="{FF2B5EF4-FFF2-40B4-BE49-F238E27FC236}">
                <a16:creationId xmlns:a16="http://schemas.microsoft.com/office/drawing/2014/main" id="{FEE041BF-C044-48DF-A91D-AEAE8BEC541F}"/>
              </a:ext>
            </a:extLst>
          </p:cNvPr>
          <p:cNvSpPr>
            <a:spLocks xmlns:a="http://schemas.openxmlformats.org/drawingml/2006/main" noGrp="1"/>
          </p:cNvSpPr>
          <p:nvPr/>
        </p:nvSpPr>
        <p:spPr>
          <a:xfrm xmlns:a="http://schemas.openxmlformats.org/drawingml/2006/main">
            <a:off x="4191000" y="2447925"/>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087F7C"/>
                </a:solidFill>
                <a:latin typeface="Microsoft YaHei"/>
                <a:ea typeface="Microsoft YaHei"/>
                <a:cs typeface="Microsoft YaHei"/>
              </a:defRPr>
            </a:pPr>
            <a:r>
              <a:rPr sz="2175" b="1">
                <a:solidFill>
                  <a:srgbClr val="087F7C"/>
                </a:solidFill>
                <a:latin typeface="Microsoft YaHei"/>
                <a:ea typeface="Microsoft YaHei"/>
                <a:cs typeface="Microsoft YaHei"/>
              </a:rPr>
              <a:t>本地静态分析</a:t>
            </a:r>
          </a:p>
        </p:txBody>
      </p:sp>
      <p:sp>
        <p:nvSpPr>
          <p:cNvPr id="7" name="column-变量级分流">
            <a:extLst xmlns:a="http://schemas.openxmlformats.org/drawingml/2006/main">
              <a:ext uri="{FF2B5EF4-FFF2-40B4-BE49-F238E27FC236}">
                <a16:creationId xmlns:a16="http://schemas.microsoft.com/office/drawing/2014/main" id="{1A09FBE9-027D-4B1D-959F-23162ED821EF}"/>
              </a:ext>
            </a:extLst>
          </p:cNvPr>
          <p:cNvSpPr>
            <a:spLocks xmlns:a="http://schemas.openxmlformats.org/drawingml/2006/main" noGrp="1"/>
          </p:cNvSpPr>
          <p:nvPr/>
        </p:nvSpPr>
        <p:spPr>
          <a:xfrm xmlns:a="http://schemas.openxmlformats.org/drawingml/2006/main">
            <a:off x="8572500" y="2447925"/>
            <a:ext cx="238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087F7C"/>
                </a:solidFill>
                <a:latin typeface="Microsoft YaHei"/>
                <a:ea typeface="Microsoft YaHei"/>
                <a:cs typeface="Microsoft YaHei"/>
              </a:defRPr>
            </a:pPr>
            <a:r>
              <a:rPr sz="2175" b="1">
                <a:solidFill>
                  <a:srgbClr val="087F7C"/>
                </a:solidFill>
                <a:latin typeface="Microsoft YaHei"/>
                <a:ea typeface="Microsoft YaHei"/>
                <a:cs typeface="Microsoft YaHei"/>
              </a:rPr>
              <a:t>变量级分流</a:t>
            </a:r>
          </a:p>
        </p:txBody>
      </p:sp>
      <p:sp>
        <p:nvSpPr>
          <p:cNvPr id="8" name="column-用户结果">
            <a:extLst xmlns:a="http://schemas.openxmlformats.org/drawingml/2006/main">
              <a:ext uri="{FF2B5EF4-FFF2-40B4-BE49-F238E27FC236}">
                <a16:creationId xmlns:a16="http://schemas.microsoft.com/office/drawing/2014/main" id="{D9966391-49C5-4B39-8FA2-414EA5E2EB46}"/>
              </a:ext>
            </a:extLst>
          </p:cNvPr>
          <p:cNvSpPr>
            <a:spLocks xmlns:a="http://schemas.openxmlformats.org/drawingml/2006/main" noGrp="1"/>
          </p:cNvSpPr>
          <p:nvPr/>
        </p:nvSpPr>
        <p:spPr>
          <a:xfrm xmlns:a="http://schemas.openxmlformats.org/drawingml/2006/main">
            <a:off x="11715750" y="2447925"/>
            <a:ext cx="2714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087F7C"/>
                </a:solidFill>
                <a:latin typeface="Microsoft YaHei"/>
                <a:ea typeface="Microsoft YaHei"/>
                <a:cs typeface="Microsoft YaHei"/>
              </a:defRPr>
            </a:pPr>
            <a:r>
              <a:rPr sz="2175" b="1">
                <a:solidFill>
                  <a:srgbClr val="087F7C"/>
                </a:solidFill>
                <a:latin typeface="Microsoft YaHei"/>
                <a:ea typeface="Microsoft YaHei"/>
                <a:cs typeface="Microsoft YaHei"/>
              </a:rPr>
              <a:t>用户结果</a:t>
            </a:r>
          </a:p>
        </p:txBody>
      </p:sp>
      <p:sp>
        <p:nvSpPr>
          <p:cNvPr id="9" name="input-bundle">
            <a:extLst xmlns:a="http://schemas.openxmlformats.org/drawingml/2006/main">
              <a:ext uri="{FF2B5EF4-FFF2-40B4-BE49-F238E27FC236}">
                <a16:creationId xmlns:a16="http://schemas.microsoft.com/office/drawing/2014/main" id="{9D4D5A36-E7B3-4E9B-8733-6D743AACAA15}"/>
              </a:ext>
            </a:extLst>
          </p:cNvPr>
          <p:cNvSpPr>
            <a:spLocks xmlns:a="http://schemas.openxmlformats.org/drawingml/2006/main" noGrp="1"/>
          </p:cNvSpPr>
          <p:nvPr/>
        </p:nvSpPr>
        <p:spPr>
          <a:xfrm xmlns:a="http://schemas.openxmlformats.org/drawingml/2006/main">
            <a:off x="857250" y="3152775"/>
            <a:ext cx="2476500" cy="3962400"/>
          </a:xfrm>
          <a:prstGeom xmlns:a="http://schemas.openxmlformats.org/drawingml/2006/main" prst="rect">
            <a:avLst/>
          </a:prstGeom>
          <a:solidFill xmlns:a="http://schemas.openxmlformats.org/drawingml/2006/main">
            <a:srgbClr val="F4F7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r>
              <a:t/>
            </a:r>
          </a:p>
        </p:txBody>
      </p:sp>
      <p:sp>
        <p:nvSpPr>
          <p:cNvPr id="10" name="source-input">
            <a:extLst xmlns:a="http://schemas.openxmlformats.org/drawingml/2006/main">
              <a:ext uri="{FF2B5EF4-FFF2-40B4-BE49-F238E27FC236}">
                <a16:creationId xmlns:a16="http://schemas.microsoft.com/office/drawing/2014/main" id="{EE1BC3EB-253C-45BF-AAE9-03A1EAF4E5DB}"/>
              </a:ext>
            </a:extLst>
          </p:cNvPr>
          <p:cNvSpPr>
            <a:spLocks xmlns:a="http://schemas.openxmlformats.org/drawingml/2006/main" noGrp="1"/>
          </p:cNvSpPr>
          <p:nvPr/>
        </p:nvSpPr>
        <p:spPr>
          <a:xfrm xmlns:a="http://schemas.openxmlformats.org/drawingml/2006/main">
            <a:off x="962025" y="3448050"/>
            <a:ext cx="2266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215C9D"/>
                </a:solidFill>
                <a:latin typeface="Microsoft YaHei"/>
                <a:ea typeface="Microsoft YaHei"/>
                <a:cs typeface="Microsoft YaHei"/>
              </a:defRPr>
            </a:pPr>
            <a:r>
              <a:rPr sz="2025" b="1">
                <a:solidFill>
                  <a:srgbClr val="215C9D"/>
                </a:solidFill>
                <a:latin typeface="Microsoft YaHei"/>
                <a:ea typeface="Microsoft YaHei"/>
                <a:cs typeface="Microsoft YaHei"/>
              </a:rPr>
              <a:t>固件源码 .c / .h</a:t>
            </a:r>
          </a:p>
        </p:txBody>
      </p:sp>
      <p:sp>
        <p:nvSpPr>
          <p:cNvPr id="11" name="build-input">
            <a:extLst xmlns:a="http://schemas.openxmlformats.org/drawingml/2006/main">
              <a:ext uri="{FF2B5EF4-FFF2-40B4-BE49-F238E27FC236}">
                <a16:creationId xmlns:a16="http://schemas.microsoft.com/office/drawing/2014/main" id="{1ADF3FAD-C059-4F4A-B659-740E6C147263}"/>
              </a:ext>
            </a:extLst>
          </p:cNvPr>
          <p:cNvSpPr>
            <a:spLocks xmlns:a="http://schemas.openxmlformats.org/drawingml/2006/main" noGrp="1"/>
          </p:cNvSpPr>
          <p:nvPr/>
        </p:nvSpPr>
        <p:spPr>
          <a:xfrm xmlns:a="http://schemas.openxmlformats.org/drawingml/2006/main">
            <a:off x="962025" y="4600575"/>
            <a:ext cx="2266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真实构建参数</a:t>
            </a:r>
          </a:p>
        </p:txBody>
      </p:sp>
      <p:sp>
        <p:nvSpPr>
          <p:cNvPr id="12" name="compile-database-label">
            <a:extLst xmlns:a="http://schemas.openxmlformats.org/drawingml/2006/main">
              <a:ext uri="{FF2B5EF4-FFF2-40B4-BE49-F238E27FC236}">
                <a16:creationId xmlns:a16="http://schemas.microsoft.com/office/drawing/2014/main" id="{9E57B433-89DC-4C57-9C4B-98F7B634EA7E}"/>
              </a:ext>
            </a:extLst>
          </p:cNvPr>
          <p:cNvSpPr>
            <a:spLocks xmlns:a="http://schemas.openxmlformats.org/drawingml/2006/main" noGrp="1"/>
          </p:cNvSpPr>
          <p:nvPr/>
        </p:nvSpPr>
        <p:spPr>
          <a:xfrm xmlns:a="http://schemas.openxmlformats.org/drawingml/2006/main">
            <a:off x="933450" y="5124450"/>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E7286"/>
                </a:solidFill>
                <a:latin typeface="Consolas"/>
                <a:ea typeface="Consolas"/>
                <a:cs typeface="Consolas"/>
              </a:defRPr>
            </a:pPr>
            <a:r>
              <a:rPr sz="1500" b="0">
                <a:solidFill>
                  <a:srgbClr val="5E7286"/>
                </a:solidFill>
                <a:latin typeface="Consolas"/>
                <a:ea typeface="Consolas"/>
                <a:cs typeface="Consolas"/>
              </a:rPr>
              <a:t>compile_commands.json</a:t>
            </a:r>
          </a:p>
        </p:txBody>
      </p:sp>
      <p:sp>
        <p:nvSpPr>
          <p:cNvPr id="13" name="semantic-input">
            <a:extLst xmlns:a="http://schemas.openxmlformats.org/drawingml/2006/main">
              <a:ext uri="{FF2B5EF4-FFF2-40B4-BE49-F238E27FC236}">
                <a16:creationId xmlns:a16="http://schemas.microsoft.com/office/drawing/2014/main" id="{56120E4C-9723-42CA-B67D-D04D1F23173F}"/>
              </a:ext>
            </a:extLst>
          </p:cNvPr>
          <p:cNvSpPr>
            <a:spLocks xmlns:a="http://schemas.openxmlformats.org/drawingml/2006/main" noGrp="1"/>
          </p:cNvSpPr>
          <p:nvPr/>
        </p:nvSpPr>
        <p:spPr>
          <a:xfrm xmlns:a="http://schemas.openxmlformats.org/drawingml/2006/main">
            <a:off x="952500" y="61150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215C9D"/>
                </a:solidFill>
                <a:latin typeface="Consolas"/>
                <a:ea typeface="Consolas"/>
                <a:cs typeface="Consolas"/>
              </a:defRPr>
            </a:pPr>
            <a:r>
              <a:rPr sz="1875" b="0">
                <a:solidFill>
                  <a:srgbClr val="215C9D"/>
                </a:solidFill>
                <a:latin typeface="Consolas"/>
                <a:ea typeface="Consolas"/>
                <a:cs typeface="Consolas"/>
              </a:rPr>
              <a:t>semantics.yaml</a:t>
            </a:r>
          </a:p>
        </p:txBody>
      </p:sp>
      <p:sp>
        <p:nvSpPr>
          <p:cNvPr id="14" name="semantic-input-meaning">
            <a:extLst xmlns:a="http://schemas.openxmlformats.org/drawingml/2006/main">
              <a:ext uri="{FF2B5EF4-FFF2-40B4-BE49-F238E27FC236}">
                <a16:creationId xmlns:a16="http://schemas.microsoft.com/office/drawing/2014/main" id="{960D32EB-FF49-4832-95F0-C6E91A1EBE1F}"/>
              </a:ext>
            </a:extLst>
          </p:cNvPr>
          <p:cNvSpPr>
            <a:spLocks xmlns:a="http://schemas.openxmlformats.org/drawingml/2006/main" noGrp="1"/>
          </p:cNvSpPr>
          <p:nvPr/>
        </p:nvSpPr>
        <p:spPr>
          <a:xfrm xmlns:a="http://schemas.openxmlformats.org/drawingml/2006/main">
            <a:off x="962025" y="66198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0">
                <a:solidFill>
                  <a:srgbClr val="5E7286"/>
                </a:solidFill>
                <a:latin typeface="Microsoft YaHei"/>
                <a:ea typeface="Microsoft YaHei"/>
                <a:cs typeface="Microsoft YaHei"/>
              </a:defRPr>
            </a:pPr>
            <a:r>
              <a:rPr sz="1800" b="0">
                <a:solidFill>
                  <a:srgbClr val="5E7286"/>
                </a:solidFill>
                <a:latin typeface="Microsoft YaHei"/>
                <a:ea typeface="Microsoft YaHei"/>
                <a:cs typeface="Microsoft YaHei"/>
              </a:rPr>
              <a:t>范围与执行入口</a:t>
            </a:r>
          </a:p>
        </p:txBody>
      </p:sp>
      <p:sp>
        <p:nvSpPr>
          <p:cNvPr id="15" name="ast">
            <a:extLst xmlns:a="http://schemas.openxmlformats.org/drawingml/2006/main">
              <a:ext uri="{FF2B5EF4-FFF2-40B4-BE49-F238E27FC236}">
                <a16:creationId xmlns:a16="http://schemas.microsoft.com/office/drawing/2014/main" id="{7DF90F84-BFD8-44AA-BE6B-1DB51AAB100A}"/>
              </a:ext>
            </a:extLst>
          </p:cNvPr>
          <p:cNvSpPr>
            <a:spLocks xmlns:a="http://schemas.openxmlformats.org/drawingml/2006/main" noGrp="1"/>
          </p:cNvSpPr>
          <p:nvPr/>
        </p:nvSpPr>
        <p:spPr>
          <a:xfrm xmlns:a="http://schemas.openxmlformats.org/drawingml/2006/main">
            <a:off x="4191000" y="3152775"/>
            <a:ext cx="3810000" cy="8763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950" b="1">
                <a:solidFill>
                  <a:srgbClr val="215C9D"/>
                </a:solidFill>
                <a:latin typeface="Microsoft YaHei"/>
                <a:ea typeface="Microsoft YaHei"/>
                <a:cs typeface="Microsoft YaHei"/>
              </a:defRPr>
            </a:pPr>
            <a:r>
              <a:rPr sz="1950" b="1">
                <a:solidFill>
                  <a:srgbClr val="215C9D"/>
                </a:solidFill>
                <a:latin typeface="Microsoft YaHei"/>
                <a:ea typeface="Microsoft YaHei"/>
                <a:cs typeface="Microsoft YaHei"/>
              </a:rPr>
              <a:t>语法解析（Clang）</a:t>
            </a:r>
          </a:p>
          <a:p xmlns:a="http://schemas.openxmlformats.org/drawingml/2006/main">
            <a:pPr algn="ctr">
              <a:defRPr sz="1950" b="1">
                <a:solidFill>
                  <a:srgbClr val="215C9D"/>
                </a:solidFill>
                <a:latin typeface="Microsoft YaHei"/>
                <a:ea typeface="Microsoft YaHei"/>
                <a:cs typeface="Microsoft YaHei"/>
              </a:defRPr>
            </a:pPr>
            <a:r>
              <a:rPr sz="1950" b="1">
                <a:solidFill>
                  <a:srgbClr val="215C9D"/>
                </a:solidFill>
                <a:latin typeface="Microsoft YaHei"/>
                <a:ea typeface="Microsoft YaHei"/>
                <a:cs typeface="Microsoft YaHei"/>
              </a:rPr>
              <a:t>提取变量、读写与调用</a:t>
            </a:r>
          </a:p>
        </p:txBody>
      </p:sp>
      <p:sp>
        <p:nvSpPr>
          <p:cNvPr id="16" name="contexts">
            <a:extLst xmlns:a="http://schemas.openxmlformats.org/drawingml/2006/main">
              <a:ext uri="{FF2B5EF4-FFF2-40B4-BE49-F238E27FC236}">
                <a16:creationId xmlns:a16="http://schemas.microsoft.com/office/drawing/2014/main" id="{4313AA6C-C09C-4FC6-9930-5FE3F847D2F5}"/>
              </a:ext>
            </a:extLst>
          </p:cNvPr>
          <p:cNvSpPr>
            <a:spLocks xmlns:a="http://schemas.openxmlformats.org/drawingml/2006/main" noGrp="1"/>
          </p:cNvSpPr>
          <p:nvPr/>
        </p:nvSpPr>
        <p:spPr>
          <a:xfrm xmlns:a="http://schemas.openxmlformats.org/drawingml/2006/main">
            <a:off x="4191000" y="4533900"/>
            <a:ext cx="3810000" cy="97155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950" b="1">
                <a:solidFill>
                  <a:srgbClr val="215C9D"/>
                </a:solidFill>
                <a:latin typeface="Microsoft YaHei"/>
                <a:ea typeface="Microsoft YaHei"/>
                <a:cs typeface="Microsoft YaHei"/>
              </a:defRPr>
            </a:pPr>
            <a:r>
              <a:rPr sz="1950" b="1">
                <a:solidFill>
                  <a:srgbClr val="215C9D"/>
                </a:solidFill>
                <a:latin typeface="Microsoft YaHei"/>
                <a:ea typeface="Microsoft YaHei"/>
                <a:cs typeface="Microsoft YaHei"/>
              </a:rPr>
              <a:t>调用图、指针别名与上下文</a:t>
            </a:r>
          </a:p>
        </p:txBody>
      </p:sp>
      <p:sp>
        <p:nvSpPr>
          <p:cNvPr id="17" name="variable-analysis">
            <a:extLst xmlns:a="http://schemas.openxmlformats.org/drawingml/2006/main">
              <a:ext uri="{FF2B5EF4-FFF2-40B4-BE49-F238E27FC236}">
                <a16:creationId xmlns:a16="http://schemas.microsoft.com/office/drawing/2014/main" id="{D6C41CC1-9381-4E86-9840-4599D29EE4B3}"/>
              </a:ext>
            </a:extLst>
          </p:cNvPr>
          <p:cNvSpPr>
            <a:spLocks xmlns:a="http://schemas.openxmlformats.org/drawingml/2006/main" noGrp="1"/>
          </p:cNvSpPr>
          <p:nvPr/>
        </p:nvSpPr>
        <p:spPr>
          <a:xfrm xmlns:a="http://schemas.openxmlformats.org/drawingml/2006/main">
            <a:off x="4191000" y="6134100"/>
            <a:ext cx="3810000" cy="981075"/>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逐变量分析冲突与覆盖</a:t>
            </a:r>
          </a:p>
        </p:txBody>
      </p:sp>
      <p:sp>
        <p:nvSpPr>
          <p:cNvPr id="18" name="static-verdicts">
            <a:extLst xmlns:a="http://schemas.openxmlformats.org/drawingml/2006/main">
              <a:ext uri="{FF2B5EF4-FFF2-40B4-BE49-F238E27FC236}">
                <a16:creationId xmlns:a16="http://schemas.microsoft.com/office/drawing/2014/main" id="{04605D04-E17F-46C9-BCAA-583D714D524A}"/>
              </a:ext>
            </a:extLst>
          </p:cNvPr>
          <p:cNvSpPr>
            <a:spLocks xmlns:a="http://schemas.openxmlformats.org/drawingml/2006/main" noGrp="1"/>
          </p:cNvSpPr>
          <p:nvPr/>
        </p:nvSpPr>
        <p:spPr>
          <a:xfrm xmlns:a="http://schemas.openxmlformats.org/drawingml/2006/main">
            <a:off x="8620125" y="4191000"/>
            <a:ext cx="2333625" cy="1885950"/>
          </a:xfrm>
          <a:prstGeom xmlns:a="http://schemas.openxmlformats.org/drawingml/2006/main" prst="rect">
            <a:avLst/>
          </a:prstGeom>
          <a:solidFill xmlns:a="http://schemas.openxmlformats.org/drawingml/2006/main">
            <a:srgbClr val="152D45"/>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SAFE</a:t>
            </a:r>
          </a:p>
          <a:p xmlns:a="http://schemas.openxmlformats.org/drawingml/2006/main">
            <a:pPr algn="ct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SUSPECT</a:t>
            </a:r>
          </a:p>
          <a:p xmlns:a="http://schemas.openxmlformats.org/drawingml/2006/main">
            <a:pPr algn="ct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UNKNOWN</a:t>
            </a:r>
          </a:p>
        </p:txBody>
      </p:sp>
      <p:sp>
        <p:nvSpPr>
          <p:cNvPr id="19" name="all-inventory">
            <a:extLst xmlns:a="http://schemas.openxmlformats.org/drawingml/2006/main">
              <a:ext uri="{FF2B5EF4-FFF2-40B4-BE49-F238E27FC236}">
                <a16:creationId xmlns:a16="http://schemas.microsoft.com/office/drawing/2014/main" id="{629B2F9E-32FC-44F1-A31E-FA8867F7AAA2}"/>
              </a:ext>
            </a:extLst>
          </p:cNvPr>
          <p:cNvSpPr>
            <a:spLocks xmlns:a="http://schemas.openxmlformats.org/drawingml/2006/main" noGrp="1"/>
          </p:cNvSpPr>
          <p:nvPr/>
        </p:nvSpPr>
        <p:spPr>
          <a:xfrm xmlns:a="http://schemas.openxmlformats.org/drawingml/2006/main">
            <a:off x="11715750" y="3152775"/>
            <a:ext cx="2762250" cy="10287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全量静态报告</a:t>
            </a:r>
          </a:p>
          <a:p xmlns:a="http://schemas.openxmlformats.org/drawingml/2006/main">
            <a:pPr algn="ctr">
              <a:defRPr sz="2100" b="1">
                <a:solidFill>
                  <a:srgbClr val="215C9D"/>
                </a:solidFill>
                <a:latin typeface="Microsoft YaHei"/>
                <a:ea typeface="Microsoft YaHei"/>
                <a:cs typeface="Microsoft YaHei"/>
              </a:defRPr>
            </a:pPr>
            <a:r>
              <a:rPr sz="2100" b="1">
                <a:solidFill>
                  <a:srgbClr val="215C9D"/>
                </a:solidFill>
                <a:latin typeface="Microsoft YaHei"/>
                <a:ea typeface="Microsoft YaHei"/>
                <a:cs typeface="Microsoft YaHei"/>
              </a:rPr>
              <a:t>index.html</a:t>
            </a:r>
          </a:p>
        </p:txBody>
      </p:sp>
      <p:sp>
        <p:nvSpPr>
          <p:cNvPr id="20" name="optional-model">
            <a:extLst xmlns:a="http://schemas.openxmlformats.org/drawingml/2006/main">
              <a:ext uri="{FF2B5EF4-FFF2-40B4-BE49-F238E27FC236}">
                <a16:creationId xmlns:a16="http://schemas.microsoft.com/office/drawing/2014/main" id="{694DD08C-5106-4BD1-9687-FD2F418EB0EA}"/>
              </a:ext>
            </a:extLst>
          </p:cNvPr>
          <p:cNvSpPr>
            <a:spLocks xmlns:a="http://schemas.openxmlformats.org/drawingml/2006/main" noGrp="1"/>
          </p:cNvSpPr>
          <p:nvPr/>
        </p:nvSpPr>
        <p:spPr>
          <a:xfrm xmlns:a="http://schemas.openxmlformats.org/drawingml/2006/main">
            <a:off x="11715750" y="5495925"/>
            <a:ext cx="2762250" cy="1000125"/>
          </a:xfrm>
          <a:prstGeom xmlns:a="http://schemas.openxmlformats.org/drawingml/2006/main" prst="rect">
            <a:avLst/>
          </a:prstGeom>
          <a:solidFill xmlns:a="http://schemas.openxmlformats.org/drawingml/2006/main">
            <a:srgbClr val="EAF4ED"/>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950" b="1">
                <a:solidFill>
                  <a:srgbClr val="18714F"/>
                </a:solidFill>
                <a:latin typeface="Microsoft YaHei"/>
                <a:ea typeface="Microsoft YaHei"/>
                <a:cs typeface="Microsoft YaHei"/>
              </a:defRPr>
            </a:pPr>
            <a:r>
              <a:rPr sz="1950" b="1">
                <a:solidFill>
                  <a:srgbClr val="18714F"/>
                </a:solidFill>
                <a:latin typeface="Microsoft YaHei"/>
                <a:ea typeface="Microsoft YaHei"/>
                <a:cs typeface="Microsoft YaHei"/>
              </a:rPr>
              <a:t>AI 复核（可选）</a:t>
            </a:r>
          </a:p>
          <a:p xmlns:a="http://schemas.openxmlformats.org/drawingml/2006/main">
            <a:pPr algn="ctr">
              <a:defRPr sz="1950" b="1">
                <a:solidFill>
                  <a:srgbClr val="18714F"/>
                </a:solidFill>
                <a:latin typeface="Microsoft YaHei"/>
                <a:ea typeface="Microsoft YaHei"/>
                <a:cs typeface="Microsoft YaHei"/>
              </a:defRPr>
            </a:pPr>
            <a:r>
              <a:rPr sz="1950" b="1">
                <a:solidFill>
                  <a:srgbClr val="18714F"/>
                </a:solidFill>
                <a:latin typeface="Microsoft YaHei"/>
                <a:ea typeface="Microsoft YaHei"/>
                <a:cs typeface="Microsoft YaHei"/>
              </a:rPr>
              <a:t>源码、背景、案例</a:t>
            </a:r>
          </a:p>
        </p:txBody>
      </p:sp>
      <p:sp>
        <p:nvSpPr>
          <p:cNvPr id="21" name="model-report">
            <a:extLst xmlns:a="http://schemas.openxmlformats.org/drawingml/2006/main">
              <a:ext uri="{FF2B5EF4-FFF2-40B4-BE49-F238E27FC236}">
                <a16:creationId xmlns:a16="http://schemas.microsoft.com/office/drawing/2014/main" id="{3A4433B2-5CD4-4501-B78A-21F54F748B24}"/>
              </a:ext>
            </a:extLst>
          </p:cNvPr>
          <p:cNvSpPr>
            <a:spLocks xmlns:a="http://schemas.openxmlformats.org/drawingml/2006/main" noGrp="1"/>
          </p:cNvSpPr>
          <p:nvPr/>
        </p:nvSpPr>
        <p:spPr>
          <a:xfrm xmlns:a="http://schemas.openxmlformats.org/drawingml/2006/main">
            <a:off x="11715750" y="7200900"/>
            <a:ext cx="2762250" cy="609600"/>
          </a:xfrm>
          <a:prstGeom xmlns:a="http://schemas.openxmlformats.org/drawingml/2006/main" prst="rect">
            <a:avLst/>
          </a:prstGeom>
          <a:solidFill xmlns:a="http://schemas.openxmlformats.org/drawingml/2006/main">
            <a:srgbClr val="EAF4ED"/>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725" b="1">
                <a:solidFill>
                  <a:srgbClr val="18714F"/>
                </a:solidFill>
                <a:latin typeface="Consolas"/>
                <a:ea typeface="Consolas"/>
                <a:cs typeface="Consolas"/>
              </a:defRPr>
            </a:pPr>
            <a:r>
              <a:rPr sz="1725" b="1">
                <a:solidFill>
                  <a:srgbClr val="18714F"/>
                </a:solidFill>
                <a:latin typeface="Consolas"/>
                <a:ea typeface="Consolas"/>
                <a:cs typeface="Consolas"/>
              </a:rPr>
              <a:t>opencode_review.html</a:t>
            </a:r>
          </a:p>
        </p:txBody>
      </p:sp>
      <p:cxnSp>
        <p:nvCxnSpPr>
          <p:cNvPr id="53" name=""/>
          <p:cNvCxnSpPr>
            <a:stCxn xmlns:a="http://schemas.openxmlformats.org/drawingml/2006/main" id="9" idx="3"/>
            <a:endCxn xmlns:a="http://schemas.openxmlformats.org/drawingml/2006/main" id="15" idx="1"/>
          </p:cNvCxnSpPr>
          <p:nvPr/>
        </p:nvCxnSpPr>
        <p:spPr>
          <a:xfrm xmlns:a="http://schemas.openxmlformats.org/drawingml/2006/main" flipV="1">
            <a:off x="3333750" y="3590925"/>
            <a:ext cx="857250" cy="1543050"/>
          </a:xfrm>
          <a:prstGeom xmlns:a="http://schemas.openxmlformats.org/drawingml/2006/main" prst="bentConnector3">
            <a:avLst>
              <a:gd name="adj1" fmla="val 50000"/>
            </a:avLst>
          </a:prstGeom>
          <a:ln xmlns:a="http://schemas.openxmlformats.org/drawingml/2006/main" w="23813">
            <a:solidFill>
              <a:srgbClr val="215C9D"/>
            </a:solidFill>
            <a:prstDash val="solid"/>
            <a:headEnd type="none" w="med" len="med"/>
            <a:tailEnd type="triangle" w="sm" len="sm"/>
          </a:ln>
        </p:spPr>
      </p:cxnSp>
      <p:cxnSp>
        <p:nvCxnSpPr>
          <p:cNvPr id="54" name=""/>
          <p:cNvCxnSpPr>
            <a:stCxn xmlns:a="http://schemas.openxmlformats.org/drawingml/2006/main" id="15" idx="2"/>
            <a:endCxn xmlns:a="http://schemas.openxmlformats.org/drawingml/2006/main" id="16" idx="0"/>
          </p:cNvCxnSpPr>
          <p:nvPr/>
        </p:nvCxnSpPr>
        <p:spPr>
          <a:xfrm xmlns:a="http://schemas.openxmlformats.org/drawingml/2006/main">
            <a:off x="6096000" y="4029075"/>
            <a:ext cx="0" cy="504825"/>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55" name=""/>
          <p:cNvCxnSpPr>
            <a:stCxn xmlns:a="http://schemas.openxmlformats.org/drawingml/2006/main" id="16" idx="2"/>
            <a:endCxn xmlns:a="http://schemas.openxmlformats.org/drawingml/2006/main" id="17" idx="0"/>
          </p:cNvCxnSpPr>
          <p:nvPr/>
        </p:nvCxnSpPr>
        <p:spPr>
          <a:xfrm xmlns:a="http://schemas.openxmlformats.org/drawingml/2006/main">
            <a:off x="6096000" y="5505450"/>
            <a:ext cx="0" cy="628650"/>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56" name=""/>
          <p:cNvCxnSpPr>
            <a:stCxn xmlns:a="http://schemas.openxmlformats.org/drawingml/2006/main" id="17" idx="3"/>
            <a:endCxn xmlns:a="http://schemas.openxmlformats.org/drawingml/2006/main" id="18" idx="1"/>
          </p:cNvCxnSpPr>
          <p:nvPr/>
        </p:nvCxnSpPr>
        <p:spPr>
          <a:xfrm xmlns:a="http://schemas.openxmlformats.org/drawingml/2006/main" flipV="1">
            <a:off x="8001000" y="5133975"/>
            <a:ext cx="619125" cy="1490663"/>
          </a:xfrm>
          <a:prstGeom xmlns:a="http://schemas.openxmlformats.org/drawingml/2006/main" prst="bentConnector3">
            <a:avLst>
              <a:gd name="adj1" fmla="val 50000"/>
            </a:avLst>
          </a:prstGeom>
          <a:ln xmlns:a="http://schemas.openxmlformats.org/drawingml/2006/main" w="23813">
            <a:solidFill>
              <a:srgbClr val="215C9D"/>
            </a:solidFill>
            <a:prstDash val="solid"/>
            <a:headEnd type="none" w="med" len="med"/>
            <a:tailEnd type="triangle" w="sm" len="sm"/>
          </a:ln>
        </p:spPr>
      </p:cxnSp>
      <p:cxnSp>
        <p:nvCxnSpPr>
          <p:cNvPr id="57" name=""/>
          <p:cNvCxnSpPr>
            <a:stCxn xmlns:a="http://schemas.openxmlformats.org/drawingml/2006/main" id="18" idx="3"/>
            <a:endCxn xmlns:a="http://schemas.openxmlformats.org/drawingml/2006/main" id="19" idx="1"/>
          </p:cNvCxnSpPr>
          <p:nvPr/>
        </p:nvCxnSpPr>
        <p:spPr>
          <a:xfrm xmlns:a="http://schemas.openxmlformats.org/drawingml/2006/main" flipV="1">
            <a:off x="10953750" y="3667125"/>
            <a:ext cx="762000" cy="1466850"/>
          </a:xfrm>
          <a:prstGeom xmlns:a="http://schemas.openxmlformats.org/drawingml/2006/main" prst="bentConnector3">
            <a:avLst>
              <a:gd name="adj1" fmla="val 50000"/>
            </a:avLst>
          </a:prstGeom>
          <a:ln xmlns:a="http://schemas.openxmlformats.org/drawingml/2006/main" w="23813">
            <a:solidFill>
              <a:srgbClr val="215C9D"/>
            </a:solidFill>
            <a:prstDash val="solid"/>
            <a:headEnd type="none" w="med" len="med"/>
            <a:tailEnd type="triangle" w="sm" len="sm"/>
          </a:ln>
        </p:spPr>
      </p:cxnSp>
      <p:cxnSp>
        <p:nvCxnSpPr>
          <p:cNvPr id="58" name=""/>
          <p:cNvCxnSpPr>
            <a:stCxn xmlns:a="http://schemas.openxmlformats.org/drawingml/2006/main" id="18" idx="3"/>
            <a:endCxn xmlns:a="http://schemas.openxmlformats.org/drawingml/2006/main" id="20" idx="1"/>
          </p:cNvCxnSpPr>
          <p:nvPr/>
        </p:nvCxnSpPr>
        <p:spPr>
          <a:xfrm xmlns:a="http://schemas.openxmlformats.org/drawingml/2006/main">
            <a:off x="10953750" y="5133975"/>
            <a:ext cx="762000" cy="862013"/>
          </a:xfrm>
          <a:prstGeom xmlns:a="http://schemas.openxmlformats.org/drawingml/2006/main" prst="bentConnector3">
            <a:avLst>
              <a:gd name="adj1" fmla="val 50000"/>
            </a:avLst>
          </a:prstGeom>
          <a:ln xmlns:a="http://schemas.openxmlformats.org/drawingml/2006/main" w="23813">
            <a:solidFill>
              <a:srgbClr val="18714F"/>
            </a:solidFill>
            <a:prstDash val="dash"/>
            <a:headEnd type="none" w="med" len="med"/>
            <a:tailEnd type="triangle" w="sm" len="sm"/>
          </a:ln>
        </p:spPr>
      </p:cxnSp>
      <p:cxnSp>
        <p:nvCxnSpPr>
          <p:cNvPr id="59" name=""/>
          <p:cNvCxnSpPr>
            <a:stCxn xmlns:a="http://schemas.openxmlformats.org/drawingml/2006/main" id="20" idx="2"/>
            <a:endCxn xmlns:a="http://schemas.openxmlformats.org/drawingml/2006/main" id="21" idx="0"/>
          </p:cNvCxnSpPr>
          <p:nvPr/>
        </p:nvCxnSpPr>
        <p:spPr>
          <a:xfrm xmlns:a="http://schemas.openxmlformats.org/drawingml/2006/main">
            <a:off x="13096875" y="6496050"/>
            <a:ext cx="0" cy="704850"/>
          </a:xfrm>
          <a:prstGeom xmlns:a="http://schemas.openxmlformats.org/drawingml/2006/main" prst="straightConnector1">
            <a:avLst/>
          </a:prstGeom>
          <a:ln xmlns:a="http://schemas.openxmlformats.org/drawingml/2006/main" w="23813">
            <a:solidFill>
              <a:srgbClr val="18714F"/>
            </a:solidFill>
            <a:prstDash val="solid"/>
            <a:headEnd type="none" w="med" len="med"/>
            <a:tailEnd type="triangle" w="sm" len="sm"/>
          </a:ln>
        </p:spPr>
      </p:cxnSp>
      <p:sp>
        <p:nvSpPr>
          <p:cNvPr id="29" name="all-route-label">
            <a:extLst xmlns:a="http://schemas.openxmlformats.org/drawingml/2006/main">
              <a:ext uri="{FF2B5EF4-FFF2-40B4-BE49-F238E27FC236}">
                <a16:creationId xmlns:a16="http://schemas.microsoft.com/office/drawing/2014/main" id="{38B3C584-0D67-4893-9E16-9ACD7A911E45}"/>
              </a:ext>
            </a:extLst>
          </p:cNvPr>
          <p:cNvSpPr>
            <a:spLocks xmlns:a="http://schemas.openxmlformats.org/drawingml/2006/main" noGrp="1"/>
          </p:cNvSpPr>
          <p:nvPr/>
        </p:nvSpPr>
        <p:spPr>
          <a:xfrm xmlns:a="http://schemas.openxmlformats.org/drawingml/2006/main">
            <a:off x="11039475" y="2800350"/>
            <a:ext cx="1495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215C9D"/>
                </a:solidFill>
                <a:latin typeface="Microsoft YaHei"/>
                <a:ea typeface="Microsoft YaHei"/>
                <a:cs typeface="Microsoft YaHei"/>
              </a:defRPr>
            </a:pPr>
            <a:r>
              <a:rPr sz="1650" b="0">
                <a:solidFill>
                  <a:srgbClr val="215C9D"/>
                </a:solidFill>
                <a:latin typeface="Microsoft YaHei"/>
                <a:ea typeface="Microsoft YaHei"/>
                <a:cs typeface="Microsoft YaHei"/>
              </a:rPr>
              <a:t>全部变量</a:t>
            </a:r>
          </a:p>
        </p:txBody>
      </p:sp>
      <p:sp>
        <p:nvSpPr>
          <p:cNvPr id="30" name="candidate-route-label">
            <a:extLst xmlns:a="http://schemas.openxmlformats.org/drawingml/2006/main">
              <a:ext uri="{FF2B5EF4-FFF2-40B4-BE49-F238E27FC236}">
                <a16:creationId xmlns:a16="http://schemas.microsoft.com/office/drawing/2014/main" id="{5B8A248A-92C1-41F9-A245-8BD64B9B7FEA}"/>
              </a:ext>
            </a:extLst>
          </p:cNvPr>
          <p:cNvSpPr>
            <a:spLocks xmlns:a="http://schemas.openxmlformats.org/drawingml/2006/main" noGrp="1"/>
          </p:cNvSpPr>
          <p:nvPr/>
        </p:nvSpPr>
        <p:spPr>
          <a:xfrm xmlns:a="http://schemas.openxmlformats.org/drawingml/2006/main">
            <a:off x="11068050" y="479107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714F"/>
                </a:solidFill>
                <a:latin typeface="Microsoft YaHei"/>
                <a:ea typeface="Microsoft YaHei"/>
                <a:cs typeface="Microsoft YaHei"/>
              </a:defRPr>
            </a:pPr>
            <a:r>
              <a:rPr sz="1500" b="0">
                <a:solidFill>
                  <a:srgbClr val="18714F"/>
                </a:solidFill>
                <a:latin typeface="Microsoft YaHei"/>
                <a:ea typeface="Microsoft YaHei"/>
                <a:cs typeface="Microsoft YaHei"/>
              </a:rPr>
              <a:t>SUSPECT / UNKNOWN</a:t>
            </a:r>
          </a:p>
        </p:txBody>
      </p:sp>
      <p:sp>
        <p:nvSpPr>
          <p:cNvPr id="31" name="scope-boundary">
            <a:extLst xmlns:a="http://schemas.openxmlformats.org/drawingml/2006/main">
              <a:ext uri="{FF2B5EF4-FFF2-40B4-BE49-F238E27FC236}">
                <a16:creationId xmlns:a16="http://schemas.microsoft.com/office/drawing/2014/main" id="{E353EB44-789F-4C0A-9023-FFCE78C5C703}"/>
              </a:ext>
            </a:extLst>
          </p:cNvPr>
          <p:cNvSpPr>
            <a:spLocks xmlns:a="http://schemas.openxmlformats.org/drawingml/2006/main" noGrp="1"/>
          </p:cNvSpPr>
          <p:nvPr/>
        </p:nvSpPr>
        <p:spPr>
          <a:xfrm xmlns:a="http://schemas.openxmlformats.org/drawingml/2006/main">
            <a:off x="857250" y="7620000"/>
            <a:ext cx="1052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仅按当前构建与已恢复证据分析。证据不足会保留缺口</a:t>
            </a:r>
          </a:p>
        </p:txBody>
      </p:sp>
    </p:spTree>
    <p:extLst>
      <p:ext uri="{BB962C8B-B14F-4D97-AF65-F5344CB8AC3E}">
        <p14:creationId xmlns:p14="http://schemas.microsoft.com/office/powerpoint/2010/main" val="1251309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DDB9A926-88FC-4C18-B20E-756E8E3CAAB3}"/>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原理 2 / 2</a:t>
            </a:r>
          </a:p>
        </p:txBody>
      </p:sp>
      <p:sp>
        <p:nvSpPr>
          <p:cNvPr id="2" name="slide-title">
            <a:extLst xmlns:a="http://schemas.openxmlformats.org/drawingml/2006/main">
              <a:ext uri="{FF2B5EF4-FFF2-40B4-BE49-F238E27FC236}">
                <a16:creationId xmlns:a16="http://schemas.microsoft.com/office/drawing/2014/main" id="{0411CD15-5E64-46FD-9DB8-DDF2087DBE6E}"/>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候选风险如何成立</a:t>
            </a:r>
          </a:p>
        </p:txBody>
      </p:sp>
      <p:sp>
        <p:nvSpPr>
          <p:cNvPr id="3" name="subtitle">
            <a:extLst xmlns:a="http://schemas.openxmlformats.org/drawingml/2006/main">
              <a:ext uri="{FF2B5EF4-FFF2-40B4-BE49-F238E27FC236}">
                <a16:creationId xmlns:a16="http://schemas.microsoft.com/office/drawing/2014/main" id="{A484F705-F83D-4071-B8D5-A708B2D77E30}"/>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示例变量 pending_events：先还原谁在何处访问，再核对能否交错和完整保护</a:t>
            </a:r>
          </a:p>
        </p:txBody>
      </p:sp>
      <p:sp>
        <p:nvSpPr>
          <p:cNvPr id="4" name="page-number">
            <a:extLst xmlns:a="http://schemas.openxmlformats.org/drawingml/2006/main">
              <a:ext uri="{FF2B5EF4-FFF2-40B4-BE49-F238E27FC236}">
                <a16:creationId xmlns:a16="http://schemas.microsoft.com/office/drawing/2014/main" id="{F7B5E9A1-62C6-46FB-B459-D9BC791D79A0}"/>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03</a:t>
            </a:r>
          </a:p>
        </p:txBody>
      </p:sp>
      <p:sp>
        <p:nvSpPr>
          <p:cNvPr id="5" name="main">
            <a:extLst xmlns:a="http://schemas.openxmlformats.org/drawingml/2006/main">
              <a:ext uri="{FF2B5EF4-FFF2-40B4-BE49-F238E27FC236}">
                <a16:creationId xmlns:a16="http://schemas.microsoft.com/office/drawing/2014/main" id="{90EBB629-C471-46FE-A8ED-EAED6D0B4407}"/>
              </a:ext>
            </a:extLst>
          </p:cNvPr>
          <p:cNvSpPr>
            <a:spLocks xmlns:a="http://schemas.openxmlformats.org/drawingml/2006/main" noGrp="1"/>
          </p:cNvSpPr>
          <p:nvPr/>
        </p:nvSpPr>
        <p:spPr>
          <a:xfrm xmlns:a="http://schemas.openxmlformats.org/drawingml/2006/main">
            <a:off x="857250" y="2647950"/>
            <a:ext cx="173355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250" b="1">
                <a:solidFill>
                  <a:srgbClr val="215C9D"/>
                </a:solidFill>
                <a:latin typeface="Consolas"/>
                <a:ea typeface="Consolas"/>
                <a:cs typeface="Consolas"/>
              </a:defRPr>
            </a:pPr>
            <a:r>
              <a:rPr sz="2250" b="1">
                <a:solidFill>
                  <a:srgbClr val="215C9D"/>
                </a:solidFill>
                <a:latin typeface="Consolas"/>
                <a:ea typeface="Consolas"/>
                <a:cs typeface="Consolas"/>
              </a:rPr>
              <a:t>main</a:t>
            </a:r>
          </a:p>
        </p:txBody>
      </p:sp>
      <p:sp>
        <p:nvSpPr>
          <p:cNvPr id="6" name="poll">
            <a:extLst xmlns:a="http://schemas.openxmlformats.org/drawingml/2006/main">
              <a:ext uri="{FF2B5EF4-FFF2-40B4-BE49-F238E27FC236}">
                <a16:creationId xmlns:a16="http://schemas.microsoft.com/office/drawing/2014/main" id="{A02C3494-1315-47F3-BC4B-B2E9CFA3DB56}"/>
              </a:ext>
            </a:extLst>
          </p:cNvPr>
          <p:cNvSpPr>
            <a:spLocks xmlns:a="http://schemas.openxmlformats.org/drawingml/2006/main" noGrp="1"/>
          </p:cNvSpPr>
          <p:nvPr/>
        </p:nvSpPr>
        <p:spPr>
          <a:xfrm xmlns:a="http://schemas.openxmlformats.org/drawingml/2006/main">
            <a:off x="3476625" y="2647950"/>
            <a:ext cx="314325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75" b="1">
                <a:solidFill>
                  <a:srgbClr val="215C9D"/>
                </a:solidFill>
                <a:latin typeface="Consolas"/>
                <a:ea typeface="Consolas"/>
                <a:cs typeface="Consolas"/>
              </a:defRPr>
            </a:pPr>
            <a:r>
              <a:rPr sz="2175" b="1">
                <a:solidFill>
                  <a:srgbClr val="215C9D"/>
                </a:solidFill>
                <a:latin typeface="Consolas"/>
                <a:ea typeface="Consolas"/>
                <a:cs typeface="Consolas"/>
              </a:rPr>
              <a:t>Service_Poll</a:t>
            </a:r>
          </a:p>
        </p:txBody>
      </p:sp>
      <p:sp>
        <p:nvSpPr>
          <p:cNvPr id="7" name="read-clear">
            <a:extLst xmlns:a="http://schemas.openxmlformats.org/drawingml/2006/main">
              <a:ext uri="{FF2B5EF4-FFF2-40B4-BE49-F238E27FC236}">
                <a16:creationId xmlns:a16="http://schemas.microsoft.com/office/drawing/2014/main" id="{53129EBA-5BDD-4B6C-B8DE-58DAD9712C35}"/>
              </a:ext>
            </a:extLst>
          </p:cNvPr>
          <p:cNvSpPr>
            <a:spLocks xmlns:a="http://schemas.openxmlformats.org/drawingml/2006/main" noGrp="1"/>
          </p:cNvSpPr>
          <p:nvPr/>
        </p:nvSpPr>
        <p:spPr>
          <a:xfrm xmlns:a="http://schemas.openxmlformats.org/drawingml/2006/main">
            <a:off x="7524750" y="2647950"/>
            <a:ext cx="333375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75" b="1">
                <a:solidFill>
                  <a:srgbClr val="215C9D"/>
                </a:solidFill>
                <a:latin typeface="Microsoft YaHei"/>
                <a:ea typeface="Microsoft YaHei"/>
                <a:cs typeface="Microsoft YaHei"/>
              </a:defRPr>
            </a:pPr>
            <a:r>
              <a:rPr sz="2175" b="1">
                <a:solidFill>
                  <a:srgbClr val="215C9D"/>
                </a:solidFill>
                <a:latin typeface="Microsoft YaHei"/>
                <a:ea typeface="Microsoft YaHei"/>
                <a:cs typeface="Microsoft YaHei"/>
              </a:rPr>
              <a:t>读快照，随后清零</a:t>
            </a:r>
          </a:p>
        </p:txBody>
      </p:sp>
      <p:sp>
        <p:nvSpPr>
          <p:cNvPr id="8" name="tim2">
            <a:extLst xmlns:a="http://schemas.openxmlformats.org/drawingml/2006/main">
              <a:ext uri="{FF2B5EF4-FFF2-40B4-BE49-F238E27FC236}">
                <a16:creationId xmlns:a16="http://schemas.microsoft.com/office/drawing/2014/main" id="{376CCE28-D353-405F-81DE-B2D24873C27C}"/>
              </a:ext>
            </a:extLst>
          </p:cNvPr>
          <p:cNvSpPr>
            <a:spLocks xmlns:a="http://schemas.openxmlformats.org/drawingml/2006/main" noGrp="1"/>
          </p:cNvSpPr>
          <p:nvPr/>
        </p:nvSpPr>
        <p:spPr>
          <a:xfrm xmlns:a="http://schemas.openxmlformats.org/drawingml/2006/main">
            <a:off x="857250" y="4114800"/>
            <a:ext cx="247650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875" b="1">
                <a:solidFill>
                  <a:srgbClr val="215C9D"/>
                </a:solidFill>
                <a:latin typeface="Consolas"/>
                <a:ea typeface="Consolas"/>
                <a:cs typeface="Consolas"/>
              </a:defRPr>
            </a:pPr>
            <a:r>
              <a:rPr sz="1875" b="1">
                <a:solidFill>
                  <a:srgbClr val="215C9D"/>
                </a:solidFill>
                <a:latin typeface="Consolas"/>
                <a:ea typeface="Consolas"/>
                <a:cs typeface="Consolas"/>
              </a:rPr>
              <a:t>TIM2_IRQHandler</a:t>
            </a:r>
          </a:p>
        </p:txBody>
      </p:sp>
      <p:sp>
        <p:nvSpPr>
          <p:cNvPr id="9" name="sample">
            <a:extLst xmlns:a="http://schemas.openxmlformats.org/drawingml/2006/main">
              <a:ext uri="{FF2B5EF4-FFF2-40B4-BE49-F238E27FC236}">
                <a16:creationId xmlns:a16="http://schemas.microsoft.com/office/drawing/2014/main" id="{DCB19C2B-C10D-47CC-A04B-A7776408A943}"/>
              </a:ext>
            </a:extLst>
          </p:cNvPr>
          <p:cNvSpPr>
            <a:spLocks xmlns:a="http://schemas.openxmlformats.org/drawingml/2006/main" noGrp="1"/>
          </p:cNvSpPr>
          <p:nvPr/>
        </p:nvSpPr>
        <p:spPr>
          <a:xfrm xmlns:a="http://schemas.openxmlformats.org/drawingml/2006/main">
            <a:off x="3476625" y="4114800"/>
            <a:ext cx="314325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75" b="1">
                <a:solidFill>
                  <a:srgbClr val="215C9D"/>
                </a:solidFill>
                <a:latin typeface="Consolas"/>
                <a:ea typeface="Consolas"/>
                <a:cs typeface="Consolas"/>
              </a:defRPr>
            </a:pPr>
            <a:r>
              <a:rPr sz="2175" b="1">
                <a:solidFill>
                  <a:srgbClr val="215C9D"/>
                </a:solidFill>
                <a:latin typeface="Consolas"/>
                <a:ea typeface="Consolas"/>
                <a:cs typeface="Consolas"/>
              </a:rPr>
              <a:t>Service_Sample</a:t>
            </a:r>
          </a:p>
        </p:txBody>
      </p:sp>
      <p:sp>
        <p:nvSpPr>
          <p:cNvPr id="10" name="set-bit">
            <a:extLst xmlns:a="http://schemas.openxmlformats.org/drawingml/2006/main">
              <a:ext uri="{FF2B5EF4-FFF2-40B4-BE49-F238E27FC236}">
                <a16:creationId xmlns:a16="http://schemas.microsoft.com/office/drawing/2014/main" id="{A320A645-E0E6-4F3D-9C47-A2C9F6D1AA6B}"/>
              </a:ext>
            </a:extLst>
          </p:cNvPr>
          <p:cNvSpPr>
            <a:spLocks xmlns:a="http://schemas.openxmlformats.org/drawingml/2006/main" noGrp="1"/>
          </p:cNvSpPr>
          <p:nvPr/>
        </p:nvSpPr>
        <p:spPr>
          <a:xfrm xmlns:a="http://schemas.openxmlformats.org/drawingml/2006/main">
            <a:off x="7524750" y="4114800"/>
            <a:ext cx="3333750" cy="723900"/>
          </a:xfrm>
          <a:prstGeom xmlns:a="http://schemas.openxmlformats.org/drawingml/2006/main" prst="rect">
            <a:avLst/>
          </a:prstGeom>
          <a:solidFill xmlns:a="http://schemas.openxmlformats.org/drawingml/2006/main">
            <a:srgbClr val="EDF3FA"/>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025" b="1">
                <a:solidFill>
                  <a:srgbClr val="215C9D"/>
                </a:solidFill>
                <a:latin typeface="Microsoft YaHei"/>
                <a:ea typeface="Microsoft YaHei"/>
                <a:cs typeface="Microsoft YaHei"/>
              </a:defRPr>
            </a:pPr>
            <a:r>
              <a:rPr sz="2025" b="1">
                <a:solidFill>
                  <a:srgbClr val="215C9D"/>
                </a:solidFill>
                <a:latin typeface="Microsoft YaHei"/>
                <a:ea typeface="Microsoft YaHei"/>
                <a:cs typeface="Microsoft YaHei"/>
              </a:rPr>
              <a:t>|= 2U 设置采样位</a:t>
            </a:r>
          </a:p>
        </p:txBody>
      </p:sp>
      <p:sp>
        <p:nvSpPr>
          <p:cNvPr id="11" name="same-storage">
            <a:extLst xmlns:a="http://schemas.openxmlformats.org/drawingml/2006/main">
              <a:ext uri="{FF2B5EF4-FFF2-40B4-BE49-F238E27FC236}">
                <a16:creationId xmlns:a16="http://schemas.microsoft.com/office/drawing/2014/main" id="{F6B1FFB9-AB64-4226-B9D4-E9DC6C502641}"/>
              </a:ext>
            </a:extLst>
          </p:cNvPr>
          <p:cNvSpPr>
            <a:spLocks xmlns:a="http://schemas.openxmlformats.org/drawingml/2006/main" noGrp="1"/>
          </p:cNvSpPr>
          <p:nvPr/>
        </p:nvSpPr>
        <p:spPr>
          <a:xfrm xmlns:a="http://schemas.openxmlformats.org/drawingml/2006/main">
            <a:off x="11811000" y="3333750"/>
            <a:ext cx="2667000" cy="990600"/>
          </a:xfrm>
          <a:prstGeom xmlns:a="http://schemas.openxmlformats.org/drawingml/2006/main" prst="rect">
            <a:avLst/>
          </a:prstGeom>
          <a:solidFill xmlns:a="http://schemas.openxmlformats.org/drawingml/2006/main">
            <a:srgbClr val="152D45"/>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2100" b="1">
                <a:solidFill>
                  <a:srgbClr val="FFFFFF"/>
                </a:solidFill>
                <a:latin typeface="Consolas"/>
                <a:ea typeface="Consolas"/>
                <a:cs typeface="Consolas"/>
              </a:defRPr>
            </a:pPr>
            <a:r>
              <a:rPr sz="2100" b="1">
                <a:solidFill>
                  <a:srgbClr val="FFFFFF"/>
                </a:solidFill>
                <a:latin typeface="Consolas"/>
                <a:ea typeface="Consolas"/>
                <a:cs typeface="Consolas"/>
              </a:rPr>
              <a:t>pending_events</a:t>
            </a:r>
          </a:p>
        </p:txBody>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2590800" y="3009900"/>
            <a:ext cx="885825" cy="0"/>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6619875" y="3009900"/>
            <a:ext cx="904875" cy="0"/>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a:off x="3333750" y="4476750"/>
            <a:ext cx="142875" cy="0"/>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6619875" y="4476750"/>
            <a:ext cx="904875" cy="0"/>
          </a:xfrm>
          <a:prstGeom xmlns:a="http://schemas.openxmlformats.org/drawingml/2006/main" prst="straightConnector1">
            <a:avLst/>
          </a:prstGeom>
          <a:ln xmlns:a="http://schemas.openxmlformats.org/drawingml/2006/main" w="23813">
            <a:solidFill>
              <a:srgbClr val="215C9D"/>
            </a:solidFill>
            <a:prstDash val="solid"/>
            <a:headEnd type="none" w="med" len="med"/>
            <a:tailEnd type="triangle" w="sm" len="sm"/>
          </a:ln>
        </p:spPr>
      </p:cxnSp>
      <p:cxnSp>
        <p:nvCxnSpPr>
          <p:cNvPr id="35" name=""/>
          <p:cNvCxnSpPr>
            <a:stCxn xmlns:a="http://schemas.openxmlformats.org/drawingml/2006/main" id="7" idx="3"/>
            <a:endCxn xmlns:a="http://schemas.openxmlformats.org/drawingml/2006/main" id="11" idx="0"/>
          </p:cNvCxnSpPr>
          <p:nvPr/>
        </p:nvCxnSpPr>
        <p:spPr>
          <a:xfrm xmlns:a="http://schemas.openxmlformats.org/drawingml/2006/main">
            <a:off x="10858500" y="3009900"/>
            <a:ext cx="2286000" cy="323850"/>
          </a:xfrm>
          <a:prstGeom xmlns:a="http://schemas.openxmlformats.org/drawingml/2006/main" prst="bentConnector2">
            <a:avLst/>
          </a:prstGeom>
          <a:ln xmlns:a="http://schemas.openxmlformats.org/drawingml/2006/main" w="23813">
            <a:solidFill>
              <a:srgbClr val="215C9D"/>
            </a:solidFill>
            <a:prstDash val="solid"/>
            <a:headEnd type="none" w="med" len="med"/>
            <a:tailEnd type="triangle" w="sm" len="sm"/>
          </a:ln>
        </p:spPr>
      </p:cxnSp>
      <p:cxnSp>
        <p:nvCxnSpPr>
          <p:cNvPr id="36" name=""/>
          <p:cNvCxnSpPr>
            <a:stCxn xmlns:a="http://schemas.openxmlformats.org/drawingml/2006/main" id="10" idx="3"/>
            <a:endCxn xmlns:a="http://schemas.openxmlformats.org/drawingml/2006/main" id="11" idx="2"/>
          </p:cNvCxnSpPr>
          <p:nvPr/>
        </p:nvCxnSpPr>
        <p:spPr>
          <a:xfrm xmlns:a="http://schemas.openxmlformats.org/drawingml/2006/main" flipV="1">
            <a:off x="10858500" y="4324350"/>
            <a:ext cx="2286000" cy="228600"/>
          </a:xfrm>
          <a:prstGeom xmlns:a="http://schemas.openxmlformats.org/drawingml/2006/main" prst="bentConnector4">
            <a:avLst/>
          </a:prstGeom>
          <a:ln xmlns:a="http://schemas.openxmlformats.org/drawingml/2006/main" w="23813">
            <a:solidFill>
              <a:srgbClr val="B64835"/>
            </a:solidFill>
            <a:prstDash val="solid"/>
            <a:headEnd type="none" w="med" len="med"/>
            <a:tailEnd type="triangle" w="sm" len="sm"/>
          </a:ln>
        </p:spPr>
      </p:cxnSp>
      <p:sp>
        <p:nvSpPr>
          <p:cNvPr id="18" name="danger-window">
            <a:extLst xmlns:a="http://schemas.openxmlformats.org/drawingml/2006/main">
              <a:ext uri="{FF2B5EF4-FFF2-40B4-BE49-F238E27FC236}">
                <a16:creationId xmlns:a16="http://schemas.microsoft.com/office/drawing/2014/main" id="{7A64DECD-C9B6-41D8-880F-7C37A74B405C}"/>
              </a:ext>
            </a:extLst>
          </p:cNvPr>
          <p:cNvSpPr>
            <a:spLocks xmlns:a="http://schemas.openxmlformats.org/drawingml/2006/main" noGrp="1"/>
          </p:cNvSpPr>
          <p:nvPr/>
        </p:nvSpPr>
        <p:spPr>
          <a:xfrm xmlns:a="http://schemas.openxmlformats.org/drawingml/2006/main">
            <a:off x="876300" y="497205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B64835"/>
                </a:solidFill>
                <a:latin typeface="Microsoft YaHei"/>
                <a:ea typeface="Microsoft YaHei"/>
                <a:cs typeface="Microsoft YaHei"/>
              </a:defRPr>
            </a:pPr>
            <a:r>
              <a:rPr sz="1875" b="0">
                <a:solidFill>
                  <a:srgbClr val="B64835"/>
                </a:solidFill>
                <a:latin typeface="Microsoft YaHei"/>
                <a:ea typeface="Microsoft YaHei"/>
                <a:cs typeface="Microsoft YaHei"/>
              </a:rPr>
              <a:t>危险窗口：主循环取快照后、清零前，TIM2 写入的新事件可能丢失</a:t>
            </a:r>
          </a:p>
        </p:txBody>
      </p:sp>
      <p:graphicFrame>
        <p:nvGraphicFramePr>
          <p:cNvPr id="38" name=""/>
          <p:cNvGraphicFramePr/>
          <p:nvPr/>
        </p:nvGraphicFramePr>
        <p:xfrm>
          <a:off xmlns:a="http://schemas.openxmlformats.org/drawingml/2006/main" x="857250" y="5400675"/>
          <a:ext xmlns:a="http://schemas.openxmlformats.org/drawingml/2006/main" cx="13620750" cy="2476500"/>
        </p:xfrm>
        <a:graphic xmlns:a="http://schemas.openxmlformats.org/drawingml/2006/main">
          <a:graphicData uri="http://schemas.openxmlformats.org/drawingml/2006/table">
            <a:tbl>
              <a:tblPr firstRow="0" bandRow="0"/>
              <a:tblGrid>
                <a:gridCol w="2333625"/>
                <a:gridCol w="7429500"/>
                <a:gridCol w="3857625"/>
              </a:tblGrid>
              <a:tr h="619125">
                <a:tc>
                  <a:txBody>
                    <a:bodyPr lIns="152400" tIns="28575" rIns="152400" bIns="28575">
                      <a:noAutofit/>
                    </a:bodyPr>
                    <a:lstStyle/>
                    <a:p>
                      <a:r>
                        <a:rPr sz="1875" b="1">
                          <a:solidFill>
                            <a:srgbClr val="FFFFFF"/>
                          </a:solidFill>
                          <a:latin typeface="Microsoft YaHei"/>
                          <a:ea typeface="Microsoft YaHei"/>
                          <a:cs typeface="Microsoft YaHei"/>
                        </a:rPr>
                        <a:t>静态结论</a:t>
                      </a:r>
                    </a:p>
                  </a:txBody>
                  <a:tcPr marL="91440" marR="91440" marT="45720" marB="45720" anchor="ctr">
                    <a:solidFill>
                      <a:srgbClr val="152D45"/>
                    </a:solidFill>
                  </a:tcPr>
                </a:tc>
                <a:tc>
                  <a:txBody>
                    <a:bodyPr lIns="152400" tIns="28575" rIns="152400" bIns="28575">
                      <a:noAutofit/>
                    </a:bodyPr>
                    <a:lstStyle/>
                    <a:p>
                      <a:r>
                        <a:rPr sz="1875" b="1">
                          <a:solidFill>
                            <a:srgbClr val="FFFFFF"/>
                          </a:solidFill>
                          <a:latin typeface="Microsoft YaHei"/>
                          <a:ea typeface="Microsoft YaHei"/>
                          <a:cs typeface="Microsoft YaHei"/>
                        </a:rPr>
                        <a:t>成立条件</a:t>
                      </a:r>
                    </a:p>
                  </a:txBody>
                  <a:tcPr marL="91440" marR="91440" marT="45720" marB="45720" anchor="ctr">
                    <a:solidFill>
                      <a:srgbClr val="152D45"/>
                    </a:solidFill>
                  </a:tcPr>
                </a:tc>
                <a:tc>
                  <a:txBody>
                    <a:bodyPr lIns="152400" tIns="28575" rIns="152400" bIns="28575">
                      <a:noAutofit/>
                    </a:bodyPr>
                    <a:lstStyle/>
                    <a:p>
                      <a:r>
                        <a:rPr sz="1875" b="1">
                          <a:solidFill>
                            <a:srgbClr val="FFFFFF"/>
                          </a:solidFill>
                          <a:latin typeface="Microsoft YaHei"/>
                          <a:ea typeface="Microsoft YaHei"/>
                          <a:cs typeface="Microsoft YaHei"/>
                        </a:rPr>
                        <a:t>用户动作</a:t>
                      </a:r>
                    </a:p>
                  </a:txBody>
                  <a:tcPr marL="91440" marR="91440" marT="45720" marB="45720" anchor="ctr">
                    <a:solidFill>
                      <a:srgbClr val="152D45"/>
                    </a:solidFill>
                  </a:tcPr>
                </a:tc>
              </a:tr>
              <a:tr h="619125">
                <a:tc>
                  <a:txBody>
                    <a:bodyPr lIns="152400" tIns="28575" rIns="152400" bIns="28575">
                      <a:noAutofit/>
                    </a:bodyPr>
                    <a:lstStyle/>
                    <a:p>
                      <a:r>
                        <a:rPr sz="1875" b="0">
                          <a:solidFill>
                            <a:srgbClr val="152D45"/>
                          </a:solidFill>
                          <a:latin typeface="Consolas"/>
                          <a:ea typeface="Consolas"/>
                          <a:cs typeface="Consolas"/>
                        </a:rPr>
                        <a:t>SUSPECT</a:t>
                      </a:r>
                    </a:p>
                  </a:txBody>
                  <a:tcPr marL="91440" marR="91440" marT="45720" marB="45720" anchor="ctr">
                    <a:solidFill>
                      <a:srgbClr val="FFFFFF"/>
                    </a:solidFill>
                  </a:tcPr>
                </a:tc>
                <a:tc>
                  <a:txBody>
                    <a:bodyPr lIns="152400" tIns="28575" rIns="152400" bIns="28575">
                      <a:noAutofit/>
                    </a:bodyPr>
                    <a:lstStyle/>
                    <a:p>
                      <a:r>
                        <a:rPr sz="1875" b="0">
                          <a:solidFill>
                            <a:srgbClr val="152D45"/>
                          </a:solidFill>
                          <a:latin typeface="Microsoft YaHei"/>
                          <a:ea typeface="Microsoft YaHei"/>
                          <a:cs typeface="Microsoft YaHei"/>
                        </a:rPr>
                        <a:t>同一存储跨上下文访问，至少一方修改</a:t>
                      </a:r>
                    </a:p>
                    <a:p>
                      <a:r>
                        <a:rPr sz="1875" b="0">
                          <a:solidFill>
                            <a:srgbClr val="152D45"/>
                          </a:solidFill>
                          <a:latin typeface="Microsoft YaHei"/>
                          <a:ea typeface="Microsoft YaHei"/>
                          <a:cs typeface="Microsoft YaHei"/>
                        </a:rPr>
                        <a:t>可能交错，且未证明完整保护</a:t>
                      </a:r>
                    </a:p>
                  </a:txBody>
                  <a:tcPr marL="91440" marR="91440" marT="45720" marB="45720" anchor="ctr">
                    <a:solidFill>
                      <a:srgbClr val="FFFFFF"/>
                    </a:solidFill>
                  </a:tcPr>
                </a:tc>
                <a:tc>
                  <a:txBody>
                    <a:bodyPr lIns="152400" tIns="28575" rIns="152400" bIns="28575">
                      <a:noAutofit/>
                    </a:bodyPr>
                    <a:lstStyle/>
                    <a:p>
                      <a:r>
                        <a:rPr sz="1875" b="0">
                          <a:solidFill>
                            <a:srgbClr val="152D45"/>
                          </a:solidFill>
                          <a:latin typeface="Microsoft YaHei"/>
                          <a:ea typeface="Microsoft YaHei"/>
                          <a:cs typeface="Microsoft YaHei"/>
                        </a:rPr>
                        <a:t>核对真实时序与源码</a:t>
                      </a:r>
                    </a:p>
                  </a:txBody>
                  <a:tcPr marL="91440" marR="91440" marT="45720" marB="45720" anchor="ctr">
                    <a:solidFill>
                      <a:srgbClr val="FFFFFF"/>
                    </a:solidFill>
                  </a:tcPr>
                </a:tc>
              </a:tr>
              <a:tr h="619125">
                <a:tc>
                  <a:txBody>
                    <a:bodyPr lIns="152400" tIns="28575" rIns="152400" bIns="28575">
                      <a:noAutofit/>
                    </a:bodyPr>
                    <a:lstStyle/>
                    <a:p>
                      <a:r>
                        <a:rPr sz="1875" b="0">
                          <a:solidFill>
                            <a:srgbClr val="152D45"/>
                          </a:solidFill>
                          <a:latin typeface="Consolas"/>
                          <a:ea typeface="Consolas"/>
                          <a:cs typeface="Consolas"/>
                        </a:rPr>
                        <a:t>UNKNOWN</a:t>
                      </a:r>
                    </a:p>
                  </a:txBody>
                  <a:tcPr marL="91440" marR="91440" marT="45720" marB="45720" anchor="ctr">
                    <a:solidFill>
                      <a:srgbClr val="F4F7FA"/>
                    </a:solidFill>
                  </a:tcPr>
                </a:tc>
                <a:tc>
                  <a:txBody>
                    <a:bodyPr lIns="152400" tIns="28575" rIns="152400" bIns="28575">
                      <a:noAutofit/>
                    </a:bodyPr>
                    <a:lstStyle/>
                    <a:p>
                      <a:r>
                        <a:rPr sz="1875" b="0">
                          <a:solidFill>
                            <a:srgbClr val="152D45"/>
                          </a:solidFill>
                          <a:latin typeface="Microsoft YaHei"/>
                          <a:ea typeface="Microsoft YaHei"/>
                          <a:cs typeface="Microsoft YaHei"/>
                        </a:rPr>
                        <a:t>暂无上述冲突，但缺少影响</a:t>
                      </a:r>
                    </a:p>
                    <a:p>
                      <a:r>
                        <a:rPr sz="1875" b="0">
                          <a:solidFill>
                            <a:srgbClr val="152D45"/>
                          </a:solidFill>
                          <a:latin typeface="Microsoft YaHei"/>
                          <a:ea typeface="Microsoft YaHei"/>
                          <a:cs typeface="Microsoft YaHei"/>
                        </a:rPr>
                        <a:t>本变量结论的关键事实</a:t>
                      </a:r>
                    </a:p>
                  </a:txBody>
                  <a:tcPr marL="91440" marR="91440" marT="45720" marB="45720" anchor="ctr">
                    <a:solidFill>
                      <a:srgbClr val="F4F7FA"/>
                    </a:solidFill>
                  </a:tcPr>
                </a:tc>
                <a:tc>
                  <a:txBody>
                    <a:bodyPr lIns="152400" tIns="28575" rIns="152400" bIns="28575">
                      <a:noAutofit/>
                    </a:bodyPr>
                    <a:lstStyle/>
                    <a:p>
                      <a:r>
                        <a:rPr sz="1875" b="0">
                          <a:solidFill>
                            <a:srgbClr val="152D45"/>
                          </a:solidFill>
                          <a:latin typeface="Microsoft YaHei"/>
                          <a:ea typeface="Microsoft YaHei"/>
                          <a:cs typeface="Microsoft YaHei"/>
                        </a:rPr>
                        <a:t>按缺口补充证据</a:t>
                      </a:r>
                    </a:p>
                  </a:txBody>
                  <a:tcPr marL="91440" marR="91440" marT="45720" marB="45720" anchor="ctr">
                    <a:solidFill>
                      <a:srgbClr val="F4F7FA"/>
                    </a:solidFill>
                  </a:tcPr>
                </a:tc>
              </a:tr>
              <a:tr h="619125">
                <a:tc>
                  <a:txBody>
                    <a:bodyPr lIns="152400" tIns="28575" rIns="152400" bIns="28575">
                      <a:noAutofit/>
                    </a:bodyPr>
                    <a:lstStyle/>
                    <a:p>
                      <a:r>
                        <a:rPr sz="1875" b="0">
                          <a:solidFill>
                            <a:srgbClr val="152D45"/>
                          </a:solidFill>
                          <a:latin typeface="Consolas"/>
                          <a:ea typeface="Consolas"/>
                          <a:cs typeface="Consolas"/>
                        </a:rPr>
                        <a:t>SAFE</a:t>
                      </a:r>
                    </a:p>
                  </a:txBody>
                  <a:tcPr marL="91440" marR="91440" marT="45720" marB="45720" anchor="ctr">
                    <a:solidFill>
                      <a:srgbClr val="FFFFFF"/>
                    </a:solidFill>
                  </a:tcPr>
                </a:tc>
                <a:tc>
                  <a:txBody>
                    <a:bodyPr lIns="152400" tIns="28575" rIns="152400" bIns="28575">
                      <a:noAutofit/>
                    </a:bodyPr>
                    <a:lstStyle/>
                    <a:p>
                      <a:r>
                        <a:rPr sz="1875" b="0">
                          <a:solidFill>
                            <a:srgbClr val="152D45"/>
                          </a:solidFill>
                          <a:latin typeface="Microsoft YaHei"/>
                          <a:ea typeface="Microsoft YaHei"/>
                          <a:cs typeface="Microsoft YaHei"/>
                        </a:rPr>
                        <a:t>相关证据充分，能够证明无冲突</a:t>
                      </a:r>
                    </a:p>
                  </a:txBody>
                  <a:tcPr marL="91440" marR="91440" marT="45720" marB="45720" anchor="ctr">
                    <a:solidFill>
                      <a:srgbClr val="FFFFFF"/>
                    </a:solidFill>
                  </a:tcPr>
                </a:tc>
                <a:tc>
                  <a:txBody>
                    <a:bodyPr lIns="152400" tIns="28575" rIns="152400" bIns="28575">
                      <a:noAutofit/>
                    </a:bodyPr>
                    <a:lstStyle/>
                    <a:p>
                      <a:r>
                        <a:rPr sz="1875" b="0">
                          <a:solidFill>
                            <a:srgbClr val="152D45"/>
                          </a:solidFill>
                          <a:latin typeface="Microsoft YaHei"/>
                          <a:ea typeface="Microsoft YaHei"/>
                          <a:cs typeface="Microsoft YaHei"/>
                        </a:rPr>
                        <a:t>保留安全依据与前提</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532124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0CA0BB22-5E5E-43BE-901A-B7D2A5E4B876}"/>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教程准备 · Windows 便携包</a:t>
            </a:r>
          </a:p>
        </p:txBody>
      </p:sp>
      <p:sp>
        <p:nvSpPr>
          <p:cNvPr id="2" name="slide-title">
            <a:extLst xmlns:a="http://schemas.openxmlformats.org/drawingml/2006/main">
              <a:ext uri="{FF2B5EF4-FFF2-40B4-BE49-F238E27FC236}">
                <a16:creationId xmlns:a16="http://schemas.microsoft.com/office/drawing/2014/main" id="{3A1B9C34-E456-455D-976D-58A88F653F0C}"/>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开始前：工具与固件放在哪里</a:t>
            </a:r>
          </a:p>
        </p:txBody>
      </p:sp>
      <p:sp>
        <p:nvSpPr>
          <p:cNvPr id="3" name="subtitle">
            <a:extLst xmlns:a="http://schemas.openxmlformats.org/drawingml/2006/main">
              <a:ext uri="{FF2B5EF4-FFF2-40B4-BE49-F238E27FC236}">
                <a16:creationId xmlns:a16="http://schemas.microsoft.com/office/drawing/2014/main" id="{D3C0AE21-6105-477D-AEE8-A7ACCD579672}"/>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以下统一使用示例路径。实际使用时替换成自己的目录</a:t>
            </a:r>
          </a:p>
        </p:txBody>
      </p:sp>
      <p:sp>
        <p:nvSpPr>
          <p:cNvPr id="4" name="page-number">
            <a:extLst xmlns:a="http://schemas.openxmlformats.org/drawingml/2006/main">
              <a:ext uri="{FF2B5EF4-FFF2-40B4-BE49-F238E27FC236}">
                <a16:creationId xmlns:a16="http://schemas.microsoft.com/office/drawing/2014/main" id="{68826368-6ACE-4195-8F08-3E5BE1D73C50}"/>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04</a:t>
            </a:r>
          </a:p>
        </p:txBody>
      </p:sp>
      <p:sp>
        <p:nvSpPr>
          <p:cNvPr id="5" name="tool-dir-heading">
            <a:extLst xmlns:a="http://schemas.openxmlformats.org/drawingml/2006/main">
              <a:ext uri="{FF2B5EF4-FFF2-40B4-BE49-F238E27FC236}">
                <a16:creationId xmlns:a16="http://schemas.microsoft.com/office/drawing/2014/main" id="{E22728A8-A6C4-49E3-9682-0142B42DBC0B}"/>
              </a:ext>
            </a:extLst>
          </p:cNvPr>
          <p:cNvSpPr>
            <a:spLocks xmlns:a="http://schemas.openxmlformats.org/drawingml/2006/main" noGrp="1"/>
          </p:cNvSpPr>
          <p:nvPr/>
        </p:nvSpPr>
        <p:spPr>
          <a:xfrm xmlns:a="http://schemas.openxmlformats.org/drawingml/2006/main">
            <a:off x="857250" y="260985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87F7C"/>
                </a:solidFill>
                <a:latin typeface="Microsoft YaHei"/>
                <a:ea typeface="Microsoft YaHei"/>
                <a:cs typeface="Microsoft YaHei"/>
              </a:defRPr>
            </a:pPr>
            <a:r>
              <a:rPr sz="2475" b="1">
                <a:solidFill>
                  <a:srgbClr val="087F7C"/>
                </a:solidFill>
                <a:latin typeface="Microsoft YaHei"/>
                <a:ea typeface="Microsoft YaHei"/>
                <a:cs typeface="Microsoft YaHei"/>
              </a:rPr>
              <a:t>工具：D:\ECRA</a:t>
            </a:r>
          </a:p>
        </p:txBody>
      </p:sp>
      <p:sp>
        <p:nvSpPr>
          <p:cNvPr id="6" name="tool-tree-0">
            <a:extLst xmlns:a="http://schemas.openxmlformats.org/drawingml/2006/main">
              <a:ext uri="{FF2B5EF4-FFF2-40B4-BE49-F238E27FC236}">
                <a16:creationId xmlns:a16="http://schemas.microsoft.com/office/drawing/2014/main" id="{169F1CA9-112D-42B4-AA87-4161EAE7BCF7}"/>
              </a:ext>
            </a:extLst>
          </p:cNvPr>
          <p:cNvSpPr>
            <a:spLocks xmlns:a="http://schemas.openxmlformats.org/drawingml/2006/main" noGrp="1"/>
          </p:cNvSpPr>
          <p:nvPr/>
        </p:nvSpPr>
        <p:spPr>
          <a:xfrm xmlns:a="http://schemas.openxmlformats.org/drawingml/2006/main">
            <a:off x="1095375" y="33242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ecra.cmd</a:t>
            </a:r>
          </a:p>
        </p:txBody>
      </p:sp>
      <p:sp>
        <p:nvSpPr>
          <p:cNvPr id="7" name="tool-tree-1">
            <a:extLst xmlns:a="http://schemas.openxmlformats.org/drawingml/2006/main">
              <a:ext uri="{FF2B5EF4-FFF2-40B4-BE49-F238E27FC236}">
                <a16:creationId xmlns:a16="http://schemas.microsoft.com/office/drawing/2014/main" id="{D6F66DD0-4528-4455-B6D0-1B8C08F0DD8C}"/>
              </a:ext>
            </a:extLst>
          </p:cNvPr>
          <p:cNvSpPr>
            <a:spLocks xmlns:a="http://schemas.openxmlformats.org/drawingml/2006/main" noGrp="1"/>
          </p:cNvSpPr>
          <p:nvPr/>
        </p:nvSpPr>
        <p:spPr>
          <a:xfrm xmlns:a="http://schemas.openxmlformats.org/drawingml/2006/main">
            <a:off x="1095375" y="3752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config/semantics.yaml</a:t>
            </a:r>
          </a:p>
        </p:txBody>
      </p:sp>
      <p:sp>
        <p:nvSpPr>
          <p:cNvPr id="8" name="tool-tree-2">
            <a:extLst xmlns:a="http://schemas.openxmlformats.org/drawingml/2006/main">
              <a:ext uri="{FF2B5EF4-FFF2-40B4-BE49-F238E27FC236}">
                <a16:creationId xmlns:a16="http://schemas.microsoft.com/office/drawing/2014/main" id="{63AE0593-B99B-4CB5-8F27-0CB78457218C}"/>
              </a:ext>
            </a:extLst>
          </p:cNvPr>
          <p:cNvSpPr>
            <a:spLocks xmlns:a="http://schemas.openxmlformats.org/drawingml/2006/main" noGrp="1"/>
          </p:cNvSpPr>
          <p:nvPr/>
        </p:nvSpPr>
        <p:spPr>
          <a:xfrm xmlns:a="http://schemas.openxmlformats.org/drawingml/2006/main">
            <a:off x="1095375" y="41814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runtime/</a:t>
            </a:r>
          </a:p>
        </p:txBody>
      </p:sp>
      <p:sp>
        <p:nvSpPr>
          <p:cNvPr id="9" name="tool-tree-3">
            <a:extLst xmlns:a="http://schemas.openxmlformats.org/drawingml/2006/main">
              <a:ext uri="{FF2B5EF4-FFF2-40B4-BE49-F238E27FC236}">
                <a16:creationId xmlns:a16="http://schemas.microsoft.com/office/drawing/2014/main" id="{3820AA8D-2A84-40C3-8BF3-A89FF17F9441}"/>
              </a:ext>
            </a:extLst>
          </p:cNvPr>
          <p:cNvSpPr>
            <a:spLocks xmlns:a="http://schemas.openxmlformats.org/drawingml/2006/main" noGrp="1"/>
          </p:cNvSpPr>
          <p:nvPr/>
        </p:nvSpPr>
        <p:spPr>
          <a:xfrm xmlns:a="http://schemas.openxmlformats.org/drawingml/2006/main">
            <a:off x="1095375" y="46101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tools/</a:t>
            </a:r>
          </a:p>
        </p:txBody>
      </p:sp>
      <p:sp>
        <p:nvSpPr>
          <p:cNvPr id="10" name="tool-dir-body">
            <a:extLst xmlns:a="http://schemas.openxmlformats.org/drawingml/2006/main">
              <a:ext uri="{FF2B5EF4-FFF2-40B4-BE49-F238E27FC236}">
                <a16:creationId xmlns:a16="http://schemas.microsoft.com/office/drawing/2014/main" id="{A0D5A938-4500-4F96-A0E8-450969FB1EA3}"/>
              </a:ext>
            </a:extLst>
          </p:cNvPr>
          <p:cNvSpPr>
            <a:spLocks xmlns:a="http://schemas.openxmlformats.org/drawingml/2006/main" noGrp="1"/>
          </p:cNvSpPr>
          <p:nvPr/>
        </p:nvSpPr>
        <p:spPr>
          <a:xfrm xmlns:a="http://schemas.openxmlformats.org/drawingml/2006/main">
            <a:off x="866775" y="5391150"/>
            <a:ext cx="6381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解压 ECRA-Portable_培训配套.zip</a:t>
            </a:r>
          </a:p>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让 ecra.cmd 直接位于 D:\ECRA 下</a:t>
            </a:r>
          </a:p>
        </p:txBody>
      </p:sp>
      <p:sp>
        <p:nvSpPr>
          <p:cNvPr id="11" name="firmware-dir-heading">
            <a:extLst xmlns:a="http://schemas.openxmlformats.org/drawingml/2006/main">
              <a:ext uri="{FF2B5EF4-FFF2-40B4-BE49-F238E27FC236}">
                <a16:creationId xmlns:a16="http://schemas.microsoft.com/office/drawing/2014/main" id="{1707BEE7-69F5-43F2-878A-5AC5AC2E05CF}"/>
              </a:ext>
            </a:extLst>
          </p:cNvPr>
          <p:cNvSpPr>
            <a:spLocks xmlns:a="http://schemas.openxmlformats.org/drawingml/2006/main" noGrp="1"/>
          </p:cNvSpPr>
          <p:nvPr/>
        </p:nvSpPr>
        <p:spPr>
          <a:xfrm xmlns:a="http://schemas.openxmlformats.org/drawingml/2006/main">
            <a:off x="7953375" y="2609850"/>
            <a:ext cx="657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87F7C"/>
                </a:solidFill>
                <a:latin typeface="Microsoft YaHei"/>
                <a:ea typeface="Microsoft YaHei"/>
                <a:cs typeface="Microsoft YaHei"/>
              </a:defRPr>
            </a:pPr>
            <a:r>
              <a:rPr sz="2475" b="1">
                <a:solidFill>
                  <a:srgbClr val="087F7C"/>
                </a:solidFill>
                <a:latin typeface="Microsoft YaHei"/>
                <a:ea typeface="Microsoft YaHei"/>
                <a:cs typeface="Microsoft YaHei"/>
              </a:rPr>
              <a:t>固件：D:\firmware\MyBoard</a:t>
            </a:r>
          </a:p>
        </p:txBody>
      </p:sp>
      <p:sp>
        <p:nvSpPr>
          <p:cNvPr id="12" name="firmware-tree-0">
            <a:extLst xmlns:a="http://schemas.openxmlformats.org/drawingml/2006/main">
              <a:ext uri="{FF2B5EF4-FFF2-40B4-BE49-F238E27FC236}">
                <a16:creationId xmlns:a16="http://schemas.microsoft.com/office/drawing/2014/main" id="{52F2D631-4E4F-4BD1-81C6-7F00C5AAF60B}"/>
              </a:ext>
            </a:extLst>
          </p:cNvPr>
          <p:cNvSpPr>
            <a:spLocks xmlns:a="http://schemas.openxmlformats.org/drawingml/2006/main" noGrp="1"/>
          </p:cNvSpPr>
          <p:nvPr/>
        </p:nvSpPr>
        <p:spPr>
          <a:xfrm xmlns:a="http://schemas.openxmlformats.org/drawingml/2006/main">
            <a:off x="8201025" y="3324225"/>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CMakeLists.txt</a:t>
            </a:r>
          </a:p>
        </p:txBody>
      </p:sp>
      <p:sp>
        <p:nvSpPr>
          <p:cNvPr id="13" name="firmware-tree-1">
            <a:extLst xmlns:a="http://schemas.openxmlformats.org/drawingml/2006/main">
              <a:ext uri="{FF2B5EF4-FFF2-40B4-BE49-F238E27FC236}">
                <a16:creationId xmlns:a16="http://schemas.microsoft.com/office/drawing/2014/main" id="{29DE7A7B-72DB-4B0A-8969-99602B57F3A8}"/>
              </a:ext>
            </a:extLst>
          </p:cNvPr>
          <p:cNvSpPr>
            <a:spLocks xmlns:a="http://schemas.openxmlformats.org/drawingml/2006/main" noGrp="1"/>
          </p:cNvSpPr>
          <p:nvPr/>
        </p:nvSpPr>
        <p:spPr>
          <a:xfrm xmlns:a="http://schemas.openxmlformats.org/drawingml/2006/main">
            <a:off x="8201025" y="3752850"/>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Core/Src/</a:t>
            </a:r>
          </a:p>
        </p:txBody>
      </p:sp>
      <p:sp>
        <p:nvSpPr>
          <p:cNvPr id="14" name="firmware-tree-2">
            <a:extLst xmlns:a="http://schemas.openxmlformats.org/drawingml/2006/main">
              <a:ext uri="{FF2B5EF4-FFF2-40B4-BE49-F238E27FC236}">
                <a16:creationId xmlns:a16="http://schemas.microsoft.com/office/drawing/2014/main" id="{CCCA86D5-F215-4F77-9A8F-D8A1191118DB}"/>
              </a:ext>
            </a:extLst>
          </p:cNvPr>
          <p:cNvSpPr>
            <a:spLocks xmlns:a="http://schemas.openxmlformats.org/drawingml/2006/main" noGrp="1"/>
          </p:cNvSpPr>
          <p:nvPr/>
        </p:nvSpPr>
        <p:spPr>
          <a:xfrm xmlns:a="http://schemas.openxmlformats.org/drawingml/2006/main">
            <a:off x="8201025" y="4181475"/>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Core/Inc/</a:t>
            </a:r>
          </a:p>
        </p:txBody>
      </p:sp>
      <p:sp>
        <p:nvSpPr>
          <p:cNvPr id="15" name="firmware-tree-3">
            <a:extLst xmlns:a="http://schemas.openxmlformats.org/drawingml/2006/main">
              <a:ext uri="{FF2B5EF4-FFF2-40B4-BE49-F238E27FC236}">
                <a16:creationId xmlns:a16="http://schemas.microsoft.com/office/drawing/2014/main" id="{CFD290AD-C470-4094-BFCF-B48AF48262CB}"/>
              </a:ext>
            </a:extLst>
          </p:cNvPr>
          <p:cNvSpPr>
            <a:spLocks xmlns:a="http://schemas.openxmlformats.org/drawingml/2006/main" noGrp="1"/>
          </p:cNvSpPr>
          <p:nvPr/>
        </p:nvSpPr>
        <p:spPr>
          <a:xfrm xmlns:a="http://schemas.openxmlformats.org/drawingml/2006/main">
            <a:off x="8201025" y="4610100"/>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cmake/arm-none-eabi.cmake</a:t>
            </a:r>
          </a:p>
        </p:txBody>
      </p:sp>
      <p:sp>
        <p:nvSpPr>
          <p:cNvPr id="16" name="firmware-precondition">
            <a:extLst xmlns:a="http://schemas.openxmlformats.org/drawingml/2006/main">
              <a:ext uri="{FF2B5EF4-FFF2-40B4-BE49-F238E27FC236}">
                <a16:creationId xmlns:a16="http://schemas.microsoft.com/office/drawing/2014/main" id="{C928AA75-25D0-4310-BA44-B22AA90352D7}"/>
              </a:ext>
            </a:extLst>
          </p:cNvPr>
          <p:cNvSpPr>
            <a:spLocks xmlns:a="http://schemas.openxmlformats.org/drawingml/2006/main" noGrp="1"/>
          </p:cNvSpPr>
          <p:nvPr/>
        </p:nvSpPr>
        <p:spPr>
          <a:xfrm xmlns:a="http://schemas.openxmlformats.org/drawingml/2006/main">
            <a:off x="7972425" y="5391150"/>
            <a:ext cx="647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先确认固件能正常编译</a:t>
            </a:r>
          </a:p>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本例采用 CMake、Ninja 与 Arm GCC</a:t>
            </a:r>
          </a:p>
        </p:txBody>
      </p:sp>
      <p:sp>
        <p:nvSpPr>
          <p:cNvPr id="17" name="start-terminal-0">
            <a:extLst xmlns:a="http://schemas.openxmlformats.org/drawingml/2006/main">
              <a:ext uri="{FF2B5EF4-FFF2-40B4-BE49-F238E27FC236}">
                <a16:creationId xmlns:a16="http://schemas.microsoft.com/office/drawing/2014/main" id="{21BDEB07-E2E2-427A-8777-C4CC2C1A174E}"/>
              </a:ext>
            </a:extLst>
          </p:cNvPr>
          <p:cNvSpPr>
            <a:spLocks xmlns:a="http://schemas.openxmlformats.org/drawingml/2006/main" noGrp="1"/>
          </p:cNvSpPr>
          <p:nvPr/>
        </p:nvSpPr>
        <p:spPr>
          <a:xfrm xmlns:a="http://schemas.openxmlformats.org/drawingml/2006/main">
            <a:off x="866775" y="6772275"/>
            <a:ext cx="1352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52D45"/>
                </a:solidFill>
                <a:latin typeface="Consolas"/>
                <a:ea typeface="Consolas"/>
                <a:cs typeface="Consolas"/>
              </a:defRPr>
            </a:pPr>
            <a:r>
              <a:rPr sz="2400" b="0">
                <a:solidFill>
                  <a:srgbClr val="152D45"/>
                </a:solidFill>
                <a:latin typeface="Consolas"/>
                <a:ea typeface="Consolas"/>
                <a:cs typeface="Consolas"/>
              </a:rPr>
              <a:t>Set-Location "D:/ECRA"</a:t>
            </a:r>
          </a:p>
        </p:txBody>
      </p:sp>
      <p:sp>
        <p:nvSpPr>
          <p:cNvPr id="18" name="start-terminal-1">
            <a:extLst xmlns:a="http://schemas.openxmlformats.org/drawingml/2006/main">
              <a:ext uri="{FF2B5EF4-FFF2-40B4-BE49-F238E27FC236}">
                <a16:creationId xmlns:a16="http://schemas.microsoft.com/office/drawing/2014/main" id="{C4BE6F4E-822D-45BB-A696-58C9F710B5C5}"/>
              </a:ext>
            </a:extLst>
          </p:cNvPr>
          <p:cNvSpPr>
            <a:spLocks xmlns:a="http://schemas.openxmlformats.org/drawingml/2006/main" noGrp="1"/>
          </p:cNvSpPr>
          <p:nvPr/>
        </p:nvSpPr>
        <p:spPr>
          <a:xfrm xmlns:a="http://schemas.openxmlformats.org/drawingml/2006/main">
            <a:off x="866775" y="7229475"/>
            <a:ext cx="1352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52D45"/>
                </a:solidFill>
                <a:latin typeface="Consolas"/>
                <a:ea typeface="Consolas"/>
                <a:cs typeface="Consolas"/>
              </a:defRPr>
            </a:pPr>
            <a:r>
              <a:rPr sz="2400" b="0">
                <a:solidFill>
                  <a:srgbClr val="152D45"/>
                </a:solidFill>
                <a:latin typeface="Consolas"/>
                <a:ea typeface="Consolas"/>
                <a:cs typeface="Consolas"/>
              </a:rPr>
              <a:t>.\ecra.cmd --help</a:t>
            </a:r>
          </a:p>
        </p:txBody>
      </p:sp>
    </p:spTree>
    <p:extLst>
      <p:ext uri="{BB962C8B-B14F-4D97-AF65-F5344CB8AC3E}">
        <p14:creationId xmlns:p14="http://schemas.microsoft.com/office/powerpoint/2010/main" val="1792847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06232331-9743-4337-BC8D-674791DCF862}"/>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 1 / 5 · 指定分析对象</a:t>
            </a:r>
          </a:p>
        </p:txBody>
      </p:sp>
      <p:sp>
        <p:nvSpPr>
          <p:cNvPr id="2" name="slide-title">
            <a:extLst xmlns:a="http://schemas.openxmlformats.org/drawingml/2006/main">
              <a:ext uri="{FF2B5EF4-FFF2-40B4-BE49-F238E27FC236}">
                <a16:creationId xmlns:a16="http://schemas.microsoft.com/office/drawing/2014/main" id="{6C58F142-53CB-40B7-9574-D1E1BEE6640E}"/>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配置①：工程位置与业务范围</a:t>
            </a:r>
          </a:p>
        </p:txBody>
      </p:sp>
      <p:sp>
        <p:nvSpPr>
          <p:cNvPr id="3" name="subtitle">
            <a:extLst xmlns:a="http://schemas.openxmlformats.org/drawingml/2006/main">
              <a:ext uri="{FF2B5EF4-FFF2-40B4-BE49-F238E27FC236}">
                <a16:creationId xmlns:a16="http://schemas.microsoft.com/office/drawing/2014/main" id="{07E86CC2-FE3C-4799-BDB0-9CA1613D2F06}"/>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打开 D:\ECRA\config\semantics.yaml，只修改对应字段，保留其他配置</a:t>
            </a:r>
          </a:p>
        </p:txBody>
      </p:sp>
      <p:sp>
        <p:nvSpPr>
          <p:cNvPr id="4" name="page-number">
            <a:extLst xmlns:a="http://schemas.openxmlformats.org/drawingml/2006/main">
              <a:ext uri="{FF2B5EF4-FFF2-40B4-BE49-F238E27FC236}">
                <a16:creationId xmlns:a16="http://schemas.microsoft.com/office/drawing/2014/main" id="{1072C72B-3371-4732-AC32-7BE318A5E169}"/>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05</a:t>
            </a:r>
          </a:p>
        </p:txBody>
      </p:sp>
      <p:sp>
        <p:nvSpPr>
          <p:cNvPr id="5" name="scope-yaml-0">
            <a:extLst xmlns:a="http://schemas.openxmlformats.org/drawingml/2006/main">
              <a:ext uri="{FF2B5EF4-FFF2-40B4-BE49-F238E27FC236}">
                <a16:creationId xmlns:a16="http://schemas.microsoft.com/office/drawing/2014/main" id="{D440CB71-8F6C-4507-8250-EAFAD77CE022}"/>
              </a:ext>
            </a:extLst>
          </p:cNvPr>
          <p:cNvSpPr>
            <a:spLocks xmlns:a="http://schemas.openxmlformats.org/drawingml/2006/main" noGrp="1"/>
          </p:cNvSpPr>
          <p:nvPr/>
        </p:nvSpPr>
        <p:spPr>
          <a:xfrm xmlns:a="http://schemas.openxmlformats.org/drawingml/2006/main">
            <a:off x="876300" y="2714625"/>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project:</a:t>
            </a:r>
          </a:p>
        </p:txBody>
      </p:sp>
      <p:sp>
        <p:nvSpPr>
          <p:cNvPr id="6" name="scope-yaml-1">
            <a:extLst xmlns:a="http://schemas.openxmlformats.org/drawingml/2006/main">
              <a:ext uri="{FF2B5EF4-FFF2-40B4-BE49-F238E27FC236}">
                <a16:creationId xmlns:a16="http://schemas.microsoft.com/office/drawing/2014/main" id="{E41DBFD5-2E13-4924-BB73-80C4E253C0BB}"/>
              </a:ext>
            </a:extLst>
          </p:cNvPr>
          <p:cNvSpPr>
            <a:spLocks xmlns:a="http://schemas.openxmlformats.org/drawingml/2006/main" noGrp="1"/>
          </p:cNvSpPr>
          <p:nvPr/>
        </p:nvSpPr>
        <p:spPr>
          <a:xfrm xmlns:a="http://schemas.openxmlformats.org/drawingml/2006/main">
            <a:off x="876300" y="3124200"/>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root: D:/firmware/MyBoard</a:t>
            </a:r>
          </a:p>
        </p:txBody>
      </p:sp>
      <p:sp>
        <p:nvSpPr>
          <p:cNvPr id="7" name="scope-yaml-2">
            <a:extLst xmlns:a="http://schemas.openxmlformats.org/drawingml/2006/main">
              <a:ext uri="{FF2B5EF4-FFF2-40B4-BE49-F238E27FC236}">
                <a16:creationId xmlns:a16="http://schemas.microsoft.com/office/drawing/2014/main" id="{B6A4D39A-8EDC-4B36-A6FE-89A13BBC8775}"/>
              </a:ext>
            </a:extLst>
          </p:cNvPr>
          <p:cNvSpPr>
            <a:spLocks xmlns:a="http://schemas.openxmlformats.org/drawingml/2006/main" noGrp="1"/>
          </p:cNvSpPr>
          <p:nvPr/>
        </p:nvSpPr>
        <p:spPr>
          <a:xfrm xmlns:a="http://schemas.openxmlformats.org/drawingml/2006/main">
            <a:off x="876300" y="3533775"/>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analysis:</a:t>
            </a:r>
          </a:p>
        </p:txBody>
      </p:sp>
      <p:sp>
        <p:nvSpPr>
          <p:cNvPr id="8" name="scope-yaml-3">
            <a:extLst xmlns:a="http://schemas.openxmlformats.org/drawingml/2006/main">
              <a:ext uri="{FF2B5EF4-FFF2-40B4-BE49-F238E27FC236}">
                <a16:creationId xmlns:a16="http://schemas.microsoft.com/office/drawing/2014/main" id="{DEB5BFB4-DFDE-4150-93BF-A8BF028100A7}"/>
              </a:ext>
            </a:extLst>
          </p:cNvPr>
          <p:cNvSpPr>
            <a:spLocks xmlns:a="http://schemas.openxmlformats.org/drawingml/2006/main" noGrp="1"/>
          </p:cNvSpPr>
          <p:nvPr/>
        </p:nvSpPr>
        <p:spPr>
          <a:xfrm xmlns:a="http://schemas.openxmlformats.org/drawingml/2006/main">
            <a:off x="876300" y="3943350"/>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include_dirs: [Core/Src, Core/Inc]</a:t>
            </a:r>
          </a:p>
        </p:txBody>
      </p:sp>
      <p:sp>
        <p:nvSpPr>
          <p:cNvPr id="9" name="scope-yaml-4">
            <a:extLst xmlns:a="http://schemas.openxmlformats.org/drawingml/2006/main">
              <a:ext uri="{FF2B5EF4-FFF2-40B4-BE49-F238E27FC236}">
                <a16:creationId xmlns:a16="http://schemas.microsoft.com/office/drawing/2014/main" id="{41BDE65E-CDD8-4DEE-8DF6-DC6EE70B75DB}"/>
              </a:ext>
            </a:extLst>
          </p:cNvPr>
          <p:cNvSpPr>
            <a:spLocks xmlns:a="http://schemas.openxmlformats.org/drawingml/2006/main" noGrp="1"/>
          </p:cNvSpPr>
          <p:nvPr/>
        </p:nvSpPr>
        <p:spPr>
          <a:xfrm xmlns:a="http://schemas.openxmlformats.org/drawingml/2006/main">
            <a:off x="876300" y="4352925"/>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exclude_dirs: [Drivers, Middlewares]</a:t>
            </a:r>
          </a:p>
        </p:txBody>
      </p:sp>
      <p:sp>
        <p:nvSpPr>
          <p:cNvPr id="10" name="scope-yaml-5">
            <a:extLst xmlns:a="http://schemas.openxmlformats.org/drawingml/2006/main">
              <a:ext uri="{FF2B5EF4-FFF2-40B4-BE49-F238E27FC236}">
                <a16:creationId xmlns:a16="http://schemas.microsoft.com/office/drawing/2014/main" id="{391FB3D8-6485-4499-85BC-40DD6E129717}"/>
              </a:ext>
            </a:extLst>
          </p:cNvPr>
          <p:cNvSpPr>
            <a:spLocks xmlns:a="http://schemas.openxmlformats.org/drawingml/2006/main" noGrp="1"/>
          </p:cNvSpPr>
          <p:nvPr/>
        </p:nvSpPr>
        <p:spPr>
          <a:xfrm xmlns:a="http://schemas.openxmlformats.org/drawingml/2006/main">
            <a:off x="876300" y="4762500"/>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output_dir: .ecra</a:t>
            </a:r>
          </a:p>
        </p:txBody>
      </p:sp>
      <p:sp>
        <p:nvSpPr>
          <p:cNvPr id="11" name="scope-yaml-6">
            <a:extLst xmlns:a="http://schemas.openxmlformats.org/drawingml/2006/main">
              <a:ext uri="{FF2B5EF4-FFF2-40B4-BE49-F238E27FC236}">
                <a16:creationId xmlns:a16="http://schemas.microsoft.com/office/drawing/2014/main" id="{5F8CBDF9-F8F3-4059-B666-732AAA36E0A7}"/>
              </a:ext>
            </a:extLst>
          </p:cNvPr>
          <p:cNvSpPr>
            <a:spLocks xmlns:a="http://schemas.openxmlformats.org/drawingml/2006/main" noGrp="1"/>
          </p:cNvSpPr>
          <p:nvPr/>
        </p:nvSpPr>
        <p:spPr>
          <a:xfrm xmlns:a="http://schemas.openxmlformats.org/drawingml/2006/main">
            <a:off x="876300" y="5172075"/>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open_report: true</a:t>
            </a:r>
          </a:p>
        </p:txBody>
      </p:sp>
      <p:sp>
        <p:nvSpPr>
          <p:cNvPr id="12" name="scope-yaml-7">
            <a:extLst xmlns:a="http://schemas.openxmlformats.org/drawingml/2006/main">
              <a:ext uri="{FF2B5EF4-FFF2-40B4-BE49-F238E27FC236}">
                <a16:creationId xmlns:a16="http://schemas.microsoft.com/office/drawing/2014/main" id="{861A7A61-8EEA-4804-9B6A-357F4A330CAD}"/>
              </a:ext>
            </a:extLst>
          </p:cNvPr>
          <p:cNvSpPr>
            <a:spLocks xmlns:a="http://schemas.openxmlformats.org/drawingml/2006/main" noGrp="1"/>
          </p:cNvSpPr>
          <p:nvPr/>
        </p:nvSpPr>
        <p:spPr>
          <a:xfrm xmlns:a="http://schemas.openxmlformats.org/drawingml/2006/main">
            <a:off x="876300" y="5581650"/>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review:</a:t>
            </a:r>
          </a:p>
        </p:txBody>
      </p:sp>
      <p:sp>
        <p:nvSpPr>
          <p:cNvPr id="13" name="scope-yaml-8">
            <a:extLst xmlns:a="http://schemas.openxmlformats.org/drawingml/2006/main">
              <a:ext uri="{FF2B5EF4-FFF2-40B4-BE49-F238E27FC236}">
                <a16:creationId xmlns:a16="http://schemas.microsoft.com/office/drawing/2014/main" id="{3A456E18-F6A9-443C-B8A3-41E5FB6AB758}"/>
              </a:ext>
            </a:extLst>
          </p:cNvPr>
          <p:cNvSpPr>
            <a:spLocks xmlns:a="http://schemas.openxmlformats.org/drawingml/2006/main" noGrp="1"/>
          </p:cNvSpPr>
          <p:nvPr/>
        </p:nvSpPr>
        <p:spPr>
          <a:xfrm xmlns:a="http://schemas.openxmlformats.org/drawingml/2006/main">
            <a:off x="876300" y="5991225"/>
            <a:ext cx="847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enabled: false</a:t>
            </a:r>
          </a:p>
        </p:txBody>
      </p:sp>
      <p:sp>
        <p:nvSpPr>
          <p:cNvPr id="14" name="step-1-number">
            <a:extLst xmlns:a="http://schemas.openxmlformats.org/drawingml/2006/main">
              <a:ext uri="{FF2B5EF4-FFF2-40B4-BE49-F238E27FC236}">
                <a16:creationId xmlns:a16="http://schemas.microsoft.com/office/drawing/2014/main" id="{E4059F45-39A3-4EBC-AC7B-85E4C6EE6B36}"/>
              </a:ext>
            </a:extLst>
          </p:cNvPr>
          <p:cNvSpPr>
            <a:spLocks xmlns:a="http://schemas.openxmlformats.org/drawingml/2006/main" noGrp="1"/>
          </p:cNvSpPr>
          <p:nvPr/>
        </p:nvSpPr>
        <p:spPr>
          <a:xfrm xmlns:a="http://schemas.openxmlformats.org/drawingml/2006/main">
            <a:off x="10020300" y="2714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01</a:t>
            </a:r>
          </a:p>
        </p:txBody>
      </p:sp>
      <p:sp>
        <p:nvSpPr>
          <p:cNvPr id="15" name="step-1-title">
            <a:extLst xmlns:a="http://schemas.openxmlformats.org/drawingml/2006/main">
              <a:ext uri="{FF2B5EF4-FFF2-40B4-BE49-F238E27FC236}">
                <a16:creationId xmlns:a16="http://schemas.microsoft.com/office/drawing/2014/main" id="{5FE2A02C-0647-4FBC-ACB2-4710321E18A9}"/>
              </a:ext>
            </a:extLst>
          </p:cNvPr>
          <p:cNvSpPr>
            <a:spLocks xmlns:a="http://schemas.openxmlformats.org/drawingml/2006/main" noGrp="1"/>
          </p:cNvSpPr>
          <p:nvPr/>
        </p:nvSpPr>
        <p:spPr>
          <a:xfrm xmlns:a="http://schemas.openxmlformats.org/drawingml/2006/main">
            <a:off x="10829925" y="2714625"/>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root：选固件</a:t>
            </a:r>
          </a:p>
        </p:txBody>
      </p:sp>
      <p:sp>
        <p:nvSpPr>
          <p:cNvPr id="16" name="step-1-body">
            <a:extLst xmlns:a="http://schemas.openxmlformats.org/drawingml/2006/main">
              <a:ext uri="{FF2B5EF4-FFF2-40B4-BE49-F238E27FC236}">
                <a16:creationId xmlns:a16="http://schemas.microsoft.com/office/drawing/2014/main" id="{C8AE8222-3F19-4748-AD06-2A30687B8044}"/>
              </a:ext>
            </a:extLst>
          </p:cNvPr>
          <p:cNvSpPr>
            <a:spLocks xmlns:a="http://schemas.openxmlformats.org/drawingml/2006/main" noGrp="1"/>
          </p:cNvSpPr>
          <p:nvPr/>
        </p:nvSpPr>
        <p:spPr>
          <a:xfrm xmlns:a="http://schemas.openxmlformats.org/drawingml/2006/main">
            <a:off x="10829925" y="3267075"/>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这里填 MyBoard</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不能填工具目录</a:t>
            </a:r>
          </a:p>
        </p:txBody>
      </p:sp>
      <p:sp>
        <p:nvSpPr>
          <p:cNvPr id="17" name="step-2-number">
            <a:extLst xmlns:a="http://schemas.openxmlformats.org/drawingml/2006/main">
              <a:ext uri="{FF2B5EF4-FFF2-40B4-BE49-F238E27FC236}">
                <a16:creationId xmlns:a16="http://schemas.microsoft.com/office/drawing/2014/main" id="{FCC0CA6A-F1DA-43B1-9D69-56CEB3F16F69}"/>
              </a:ext>
            </a:extLst>
          </p:cNvPr>
          <p:cNvSpPr>
            <a:spLocks xmlns:a="http://schemas.openxmlformats.org/drawingml/2006/main" noGrp="1"/>
          </p:cNvSpPr>
          <p:nvPr/>
        </p:nvSpPr>
        <p:spPr>
          <a:xfrm xmlns:a="http://schemas.openxmlformats.org/drawingml/2006/main">
            <a:off x="10020300" y="4248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02</a:t>
            </a:r>
          </a:p>
        </p:txBody>
      </p:sp>
      <p:sp>
        <p:nvSpPr>
          <p:cNvPr id="18" name="step-2-title">
            <a:extLst xmlns:a="http://schemas.openxmlformats.org/drawingml/2006/main">
              <a:ext uri="{FF2B5EF4-FFF2-40B4-BE49-F238E27FC236}">
                <a16:creationId xmlns:a16="http://schemas.microsoft.com/office/drawing/2014/main" id="{67A89D61-06BB-41A4-9B46-4EBEC80A79A7}"/>
              </a:ext>
            </a:extLst>
          </p:cNvPr>
          <p:cNvSpPr>
            <a:spLocks xmlns:a="http://schemas.openxmlformats.org/drawingml/2006/main" noGrp="1"/>
          </p:cNvSpPr>
          <p:nvPr/>
        </p:nvSpPr>
        <p:spPr>
          <a:xfrm xmlns:a="http://schemas.openxmlformats.org/drawingml/2006/main">
            <a:off x="10829925" y="4248150"/>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include：选业务代码</a:t>
            </a:r>
          </a:p>
        </p:txBody>
      </p:sp>
      <p:sp>
        <p:nvSpPr>
          <p:cNvPr id="19" name="step-2-body">
            <a:extLst xmlns:a="http://schemas.openxmlformats.org/drawingml/2006/main">
              <a:ext uri="{FF2B5EF4-FFF2-40B4-BE49-F238E27FC236}">
                <a16:creationId xmlns:a16="http://schemas.microsoft.com/office/drawing/2014/main" id="{E062F706-5915-4DAD-9E56-E763E03BBF23}"/>
              </a:ext>
            </a:extLst>
          </p:cNvPr>
          <p:cNvSpPr>
            <a:spLocks xmlns:a="http://schemas.openxmlformats.org/drawingml/2006/main" noGrp="1"/>
          </p:cNvSpPr>
          <p:nvPr/>
        </p:nvSpPr>
        <p:spPr>
          <a:xfrm xmlns:a="http://schemas.openxmlformats.org/drawingml/2006/main">
            <a:off x="10829925" y="4800600"/>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加入所有自有 .c / .h 所在目录</a:t>
            </a:r>
          </a:p>
        </p:txBody>
      </p:sp>
      <p:sp>
        <p:nvSpPr>
          <p:cNvPr id="20" name="step-3-number">
            <a:extLst xmlns:a="http://schemas.openxmlformats.org/drawingml/2006/main">
              <a:ext uri="{FF2B5EF4-FFF2-40B4-BE49-F238E27FC236}">
                <a16:creationId xmlns:a16="http://schemas.microsoft.com/office/drawing/2014/main" id="{D8967BD5-6404-493C-A47E-57B56417B83F}"/>
              </a:ext>
            </a:extLst>
          </p:cNvPr>
          <p:cNvSpPr>
            <a:spLocks xmlns:a="http://schemas.openxmlformats.org/drawingml/2006/main" noGrp="1"/>
          </p:cNvSpPr>
          <p:nvPr/>
        </p:nvSpPr>
        <p:spPr>
          <a:xfrm xmlns:a="http://schemas.openxmlformats.org/drawingml/2006/main">
            <a:off x="10020300" y="57816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03</a:t>
            </a:r>
          </a:p>
        </p:txBody>
      </p:sp>
      <p:sp>
        <p:nvSpPr>
          <p:cNvPr id="21" name="step-3-title">
            <a:extLst xmlns:a="http://schemas.openxmlformats.org/drawingml/2006/main">
              <a:ext uri="{FF2B5EF4-FFF2-40B4-BE49-F238E27FC236}">
                <a16:creationId xmlns:a16="http://schemas.microsoft.com/office/drawing/2014/main" id="{133DF4CB-DB8C-48A9-93F2-4E23513AB413}"/>
              </a:ext>
            </a:extLst>
          </p:cNvPr>
          <p:cNvSpPr>
            <a:spLocks xmlns:a="http://schemas.openxmlformats.org/drawingml/2006/main" noGrp="1"/>
          </p:cNvSpPr>
          <p:nvPr/>
        </p:nvSpPr>
        <p:spPr>
          <a:xfrm xmlns:a="http://schemas.openxmlformats.org/drawingml/2006/main">
            <a:off x="10829925" y="5781675"/>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首次关闭模型复核</a:t>
            </a:r>
          </a:p>
        </p:txBody>
      </p:sp>
      <p:sp>
        <p:nvSpPr>
          <p:cNvPr id="22" name="step-3-body">
            <a:extLst xmlns:a="http://schemas.openxmlformats.org/drawingml/2006/main">
              <a:ext uri="{FF2B5EF4-FFF2-40B4-BE49-F238E27FC236}">
                <a16:creationId xmlns:a16="http://schemas.microsoft.com/office/drawing/2014/main" id="{DF50C994-4D5D-4720-871A-22308D748342}"/>
              </a:ext>
            </a:extLst>
          </p:cNvPr>
          <p:cNvSpPr>
            <a:spLocks xmlns:a="http://schemas.openxmlformats.org/drawingml/2006/main" noGrp="1"/>
          </p:cNvSpPr>
          <p:nvPr/>
        </p:nvSpPr>
        <p:spPr>
          <a:xfrm xmlns:a="http://schemas.openxmlformats.org/drawingml/2006/main">
            <a:off x="10829925" y="6334125"/>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enabled: false</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先独立跑通静态扫描</a:t>
            </a:r>
          </a:p>
        </p:txBody>
      </p:sp>
      <p:sp>
        <p:nvSpPr>
          <p:cNvPr id="23" name="scope-config-check">
            <a:extLst xmlns:a="http://schemas.openxmlformats.org/drawingml/2006/main">
              <a:ext uri="{FF2B5EF4-FFF2-40B4-BE49-F238E27FC236}">
                <a16:creationId xmlns:a16="http://schemas.microsoft.com/office/drawing/2014/main" id="{9084B9BF-0E12-424C-AEE8-12A279ADEC42}"/>
              </a:ext>
            </a:extLst>
          </p:cNvPr>
          <p:cNvSpPr>
            <a:spLocks xmlns:a="http://schemas.openxmlformats.org/drawingml/2006/main" noGrp="1"/>
          </p:cNvSpPr>
          <p:nvPr/>
        </p:nvSpPr>
        <p:spPr>
          <a:xfrm xmlns:a="http://schemas.openxmlformats.org/drawingml/2006/main">
            <a:off x="876300" y="7315200"/>
            <a:ext cx="1352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87F7C"/>
                </a:solidFill>
                <a:latin typeface="Microsoft YaHei"/>
                <a:ea typeface="Microsoft YaHei"/>
                <a:cs typeface="Microsoft YaHei"/>
              </a:defRPr>
            </a:pPr>
            <a:r>
              <a:rPr sz="2025" b="1">
                <a:solidFill>
                  <a:srgbClr val="087F7C"/>
                </a:solidFill>
                <a:latin typeface="Microsoft YaHei"/>
                <a:ea typeface="Microsoft YaHei"/>
                <a:cs typeface="Microsoft YaHei"/>
              </a:rPr>
              <a:t>检查：目录相对 MyBoard；排除第三方前，确认其中没有自己的业务代码</a:t>
            </a:r>
          </a:p>
        </p:txBody>
      </p:sp>
    </p:spTree>
    <p:extLst>
      <p:ext uri="{BB962C8B-B14F-4D97-AF65-F5344CB8AC3E}">
        <p14:creationId xmlns:p14="http://schemas.microsoft.com/office/powerpoint/2010/main" val="15909235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FD652157-0772-452E-AF5A-377D8178A6E3}"/>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 2 / 5 · 保持真实构建</a:t>
            </a:r>
          </a:p>
        </p:txBody>
      </p:sp>
      <p:sp>
        <p:nvSpPr>
          <p:cNvPr id="2" name="slide-title">
            <a:extLst xmlns:a="http://schemas.openxmlformats.org/drawingml/2006/main">
              <a:ext uri="{FF2B5EF4-FFF2-40B4-BE49-F238E27FC236}">
                <a16:creationId xmlns:a16="http://schemas.microsoft.com/office/drawing/2014/main" id="{876421FF-1DDC-4FE4-9A2F-1945D548CE79}"/>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配置②：把正常构建方式填给 ECRA</a:t>
            </a:r>
          </a:p>
        </p:txBody>
      </p:sp>
      <p:sp>
        <p:nvSpPr>
          <p:cNvPr id="3" name="subtitle">
            <a:extLst xmlns:a="http://schemas.openxmlformats.org/drawingml/2006/main">
              <a:ext uri="{FF2B5EF4-FFF2-40B4-BE49-F238E27FC236}">
                <a16:creationId xmlns:a16="http://schemas.microsoft.com/office/drawing/2014/main" id="{DBBB4919-294E-470E-975D-8613F021CD9B}"/>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仍编辑同一文件，将下方内容合入现有 analysis.cmake</a:t>
            </a:r>
          </a:p>
        </p:txBody>
      </p:sp>
      <p:sp>
        <p:nvSpPr>
          <p:cNvPr id="4" name="page-number">
            <a:extLst xmlns:a="http://schemas.openxmlformats.org/drawingml/2006/main">
              <a:ext uri="{FF2B5EF4-FFF2-40B4-BE49-F238E27FC236}">
                <a16:creationId xmlns:a16="http://schemas.microsoft.com/office/drawing/2014/main" id="{8BE9EB78-A4DE-410C-9FBF-4D18F56F3F97}"/>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06</a:t>
            </a:r>
          </a:p>
        </p:txBody>
      </p:sp>
      <p:sp>
        <p:nvSpPr>
          <p:cNvPr id="5" name="build-yaml-0">
            <a:extLst xmlns:a="http://schemas.openxmlformats.org/drawingml/2006/main">
              <a:ext uri="{FF2B5EF4-FFF2-40B4-BE49-F238E27FC236}">
                <a16:creationId xmlns:a16="http://schemas.microsoft.com/office/drawing/2014/main" id="{0D1E21A5-7674-475F-B5C0-E4C7C8BAE9F3}"/>
              </a:ext>
            </a:extLst>
          </p:cNvPr>
          <p:cNvSpPr>
            <a:spLocks xmlns:a="http://schemas.openxmlformats.org/drawingml/2006/main" noGrp="1"/>
          </p:cNvSpPr>
          <p:nvPr/>
        </p:nvSpPr>
        <p:spPr>
          <a:xfrm xmlns:a="http://schemas.openxmlformats.org/drawingml/2006/main">
            <a:off x="876300" y="2705100"/>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analysis:</a:t>
            </a:r>
          </a:p>
        </p:txBody>
      </p:sp>
      <p:sp>
        <p:nvSpPr>
          <p:cNvPr id="6" name="build-yaml-1">
            <a:extLst xmlns:a="http://schemas.openxmlformats.org/drawingml/2006/main">
              <a:ext uri="{FF2B5EF4-FFF2-40B4-BE49-F238E27FC236}">
                <a16:creationId xmlns:a16="http://schemas.microsoft.com/office/drawing/2014/main" id="{EBB78F7A-C55C-47F2-AB1A-04CBE03EF95B}"/>
              </a:ext>
            </a:extLst>
          </p:cNvPr>
          <p:cNvSpPr>
            <a:spLocks xmlns:a="http://schemas.openxmlformats.org/drawingml/2006/main" noGrp="1"/>
          </p:cNvSpPr>
          <p:nvPr/>
        </p:nvSpPr>
        <p:spPr>
          <a:xfrm xmlns:a="http://schemas.openxmlformats.org/drawingml/2006/main">
            <a:off x="876300" y="3114675"/>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cmake:</a:t>
            </a:r>
          </a:p>
        </p:txBody>
      </p:sp>
      <p:sp>
        <p:nvSpPr>
          <p:cNvPr id="7" name="build-yaml-2">
            <a:extLst xmlns:a="http://schemas.openxmlformats.org/drawingml/2006/main">
              <a:ext uri="{FF2B5EF4-FFF2-40B4-BE49-F238E27FC236}">
                <a16:creationId xmlns:a16="http://schemas.microsoft.com/office/drawing/2014/main" id="{279DE580-FF5F-4AD6-AAC9-3E364192222B}"/>
              </a:ext>
            </a:extLst>
          </p:cNvPr>
          <p:cNvSpPr>
            <a:spLocks xmlns:a="http://schemas.openxmlformats.org/drawingml/2006/main" noGrp="1"/>
          </p:cNvSpPr>
          <p:nvPr/>
        </p:nvSpPr>
        <p:spPr>
          <a:xfrm xmlns:a="http://schemas.openxmlformats.org/drawingml/2006/main">
            <a:off x="876300" y="3524250"/>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build_dir: build/ecra</a:t>
            </a:r>
          </a:p>
        </p:txBody>
      </p:sp>
      <p:sp>
        <p:nvSpPr>
          <p:cNvPr id="8" name="build-yaml-3">
            <a:extLst xmlns:a="http://schemas.openxmlformats.org/drawingml/2006/main">
              <a:ext uri="{FF2B5EF4-FFF2-40B4-BE49-F238E27FC236}">
                <a16:creationId xmlns:a16="http://schemas.microsoft.com/office/drawing/2014/main" id="{C00B338D-7CEC-4CA5-AB18-2CD0261FA1D3}"/>
              </a:ext>
            </a:extLst>
          </p:cNvPr>
          <p:cNvSpPr>
            <a:spLocks xmlns:a="http://schemas.openxmlformats.org/drawingml/2006/main" noGrp="1"/>
          </p:cNvSpPr>
          <p:nvPr/>
        </p:nvSpPr>
        <p:spPr>
          <a:xfrm xmlns:a="http://schemas.openxmlformats.org/drawingml/2006/main">
            <a:off x="876300" y="3933825"/>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generator: Ninja</a:t>
            </a:r>
          </a:p>
        </p:txBody>
      </p:sp>
      <p:sp>
        <p:nvSpPr>
          <p:cNvPr id="9" name="build-yaml-4">
            <a:extLst xmlns:a="http://schemas.openxmlformats.org/drawingml/2006/main">
              <a:ext uri="{FF2B5EF4-FFF2-40B4-BE49-F238E27FC236}">
                <a16:creationId xmlns:a16="http://schemas.microsoft.com/office/drawing/2014/main" id="{46CD18F0-F749-43B3-A798-8FB048DC46DD}"/>
              </a:ext>
            </a:extLst>
          </p:cNvPr>
          <p:cNvSpPr>
            <a:spLocks xmlns:a="http://schemas.openxmlformats.org/drawingml/2006/main" noGrp="1"/>
          </p:cNvSpPr>
          <p:nvPr/>
        </p:nvSpPr>
        <p:spPr>
          <a:xfrm xmlns:a="http://schemas.openxmlformats.org/drawingml/2006/main">
            <a:off x="876300" y="4343400"/>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build_type: Debug</a:t>
            </a:r>
          </a:p>
        </p:txBody>
      </p:sp>
      <p:sp>
        <p:nvSpPr>
          <p:cNvPr id="10" name="build-yaml-5">
            <a:extLst xmlns:a="http://schemas.openxmlformats.org/drawingml/2006/main">
              <a:ext uri="{FF2B5EF4-FFF2-40B4-BE49-F238E27FC236}">
                <a16:creationId xmlns:a16="http://schemas.microsoft.com/office/drawing/2014/main" id="{4EDA044E-2112-4D29-9614-B2B3D2977F80}"/>
              </a:ext>
            </a:extLst>
          </p:cNvPr>
          <p:cNvSpPr>
            <a:spLocks xmlns:a="http://schemas.openxmlformats.org/drawingml/2006/main" noGrp="1"/>
          </p:cNvSpPr>
          <p:nvPr/>
        </p:nvSpPr>
        <p:spPr>
          <a:xfrm xmlns:a="http://schemas.openxmlformats.org/drawingml/2006/main">
            <a:off x="876300" y="4752975"/>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toolchain_file: cmake/arm-none-eabi.cmake</a:t>
            </a:r>
          </a:p>
        </p:txBody>
      </p:sp>
      <p:sp>
        <p:nvSpPr>
          <p:cNvPr id="11" name="build-yaml-6">
            <a:extLst xmlns:a="http://schemas.openxmlformats.org/drawingml/2006/main">
              <a:ext uri="{FF2B5EF4-FFF2-40B4-BE49-F238E27FC236}">
                <a16:creationId xmlns:a16="http://schemas.microsoft.com/office/drawing/2014/main" id="{56C9A13C-2FA7-4BAC-820C-01B9AD961C9B}"/>
              </a:ext>
            </a:extLst>
          </p:cNvPr>
          <p:cNvSpPr>
            <a:spLocks xmlns:a="http://schemas.openxmlformats.org/drawingml/2006/main" noGrp="1"/>
          </p:cNvSpPr>
          <p:nvPr/>
        </p:nvSpPr>
        <p:spPr>
          <a:xfrm xmlns:a="http://schemas.openxmlformats.org/drawingml/2006/main">
            <a:off x="876300" y="5162550"/>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clean_before_configure: false</a:t>
            </a:r>
          </a:p>
        </p:txBody>
      </p:sp>
      <p:sp>
        <p:nvSpPr>
          <p:cNvPr id="12" name="build-yaml-7">
            <a:extLst xmlns:a="http://schemas.openxmlformats.org/drawingml/2006/main">
              <a:ext uri="{FF2B5EF4-FFF2-40B4-BE49-F238E27FC236}">
                <a16:creationId xmlns:a16="http://schemas.microsoft.com/office/drawing/2014/main" id="{F4A45A31-78D6-465D-A34A-D7FC4BF58DDC}"/>
              </a:ext>
            </a:extLst>
          </p:cNvPr>
          <p:cNvSpPr>
            <a:spLocks xmlns:a="http://schemas.openxmlformats.org/drawingml/2006/main" noGrp="1"/>
          </p:cNvSpPr>
          <p:nvPr/>
        </p:nvSpPr>
        <p:spPr>
          <a:xfrm xmlns:a="http://schemas.openxmlformats.org/drawingml/2006/main">
            <a:off x="876300" y="5572125"/>
            <a:ext cx="871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build: true</a:t>
            </a:r>
          </a:p>
        </p:txBody>
      </p:sp>
      <p:sp>
        <p:nvSpPr>
          <p:cNvPr id="13" name="step-1-number">
            <a:extLst xmlns:a="http://schemas.openxmlformats.org/drawingml/2006/main">
              <a:ext uri="{FF2B5EF4-FFF2-40B4-BE49-F238E27FC236}">
                <a16:creationId xmlns:a16="http://schemas.microsoft.com/office/drawing/2014/main" id="{4DBA30B4-009E-4B1A-BB79-3ECFC4D1AE1E}"/>
              </a:ext>
            </a:extLst>
          </p:cNvPr>
          <p:cNvSpPr>
            <a:spLocks xmlns:a="http://schemas.openxmlformats.org/drawingml/2006/main" noGrp="1"/>
          </p:cNvSpPr>
          <p:nvPr/>
        </p:nvSpPr>
        <p:spPr>
          <a:xfrm xmlns:a="http://schemas.openxmlformats.org/drawingml/2006/main">
            <a:off x="10020300" y="2714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01</a:t>
            </a:r>
          </a:p>
        </p:txBody>
      </p:sp>
      <p:sp>
        <p:nvSpPr>
          <p:cNvPr id="14" name="step-1-title">
            <a:extLst xmlns:a="http://schemas.openxmlformats.org/drawingml/2006/main">
              <a:ext uri="{FF2B5EF4-FFF2-40B4-BE49-F238E27FC236}">
                <a16:creationId xmlns:a16="http://schemas.microsoft.com/office/drawing/2014/main" id="{5728E6F8-441B-41CB-850F-B0BC99EEA9D6}"/>
              </a:ext>
            </a:extLst>
          </p:cNvPr>
          <p:cNvSpPr>
            <a:spLocks xmlns:a="http://schemas.openxmlformats.org/drawingml/2006/main" noGrp="1"/>
          </p:cNvSpPr>
          <p:nvPr/>
        </p:nvSpPr>
        <p:spPr>
          <a:xfrm xmlns:a="http://schemas.openxmlformats.org/drawingml/2006/main">
            <a:off x="10829925" y="2714625"/>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专用构建目录</a:t>
            </a:r>
          </a:p>
        </p:txBody>
      </p:sp>
      <p:sp>
        <p:nvSpPr>
          <p:cNvPr id="15" name="step-1-body">
            <a:extLst xmlns:a="http://schemas.openxmlformats.org/drawingml/2006/main">
              <a:ext uri="{FF2B5EF4-FFF2-40B4-BE49-F238E27FC236}">
                <a16:creationId xmlns:a16="http://schemas.microsoft.com/office/drawing/2014/main" id="{194A47FA-EB97-42AE-91AD-F65F0ADC777C}"/>
              </a:ext>
            </a:extLst>
          </p:cNvPr>
          <p:cNvSpPr>
            <a:spLocks xmlns:a="http://schemas.openxmlformats.org/drawingml/2006/main" noGrp="1"/>
          </p:cNvSpPr>
          <p:nvPr/>
        </p:nvSpPr>
        <p:spPr>
          <a:xfrm xmlns:a="http://schemas.openxmlformats.org/drawingml/2006/main">
            <a:off x="10829925" y="3267075"/>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build/ecra 留给工具使用</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避免复用 IDE 正在使用的缓存</a:t>
            </a:r>
          </a:p>
        </p:txBody>
      </p:sp>
      <p:sp>
        <p:nvSpPr>
          <p:cNvPr id="16" name="step-2-number">
            <a:extLst xmlns:a="http://schemas.openxmlformats.org/drawingml/2006/main">
              <a:ext uri="{FF2B5EF4-FFF2-40B4-BE49-F238E27FC236}">
                <a16:creationId xmlns:a16="http://schemas.microsoft.com/office/drawing/2014/main" id="{4DFA85A6-B54F-4A6D-B98D-79618032F875}"/>
              </a:ext>
            </a:extLst>
          </p:cNvPr>
          <p:cNvSpPr>
            <a:spLocks xmlns:a="http://schemas.openxmlformats.org/drawingml/2006/main" noGrp="1"/>
          </p:cNvSpPr>
          <p:nvPr/>
        </p:nvSpPr>
        <p:spPr>
          <a:xfrm xmlns:a="http://schemas.openxmlformats.org/drawingml/2006/main">
            <a:off x="10020300" y="4352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02</a:t>
            </a:r>
          </a:p>
        </p:txBody>
      </p:sp>
      <p:sp>
        <p:nvSpPr>
          <p:cNvPr id="17" name="step-2-title">
            <a:extLst xmlns:a="http://schemas.openxmlformats.org/drawingml/2006/main">
              <a:ext uri="{FF2B5EF4-FFF2-40B4-BE49-F238E27FC236}">
                <a16:creationId xmlns:a16="http://schemas.microsoft.com/office/drawing/2014/main" id="{BD00317F-D794-4EE6-B2A6-0AB69C05516C}"/>
              </a:ext>
            </a:extLst>
          </p:cNvPr>
          <p:cNvSpPr>
            <a:spLocks xmlns:a="http://schemas.openxmlformats.org/drawingml/2006/main" noGrp="1"/>
          </p:cNvSpPr>
          <p:nvPr/>
        </p:nvSpPr>
        <p:spPr>
          <a:xfrm xmlns:a="http://schemas.openxmlformats.org/drawingml/2006/main">
            <a:off x="10829925" y="4352925"/>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沿用真实编译选项</a:t>
            </a:r>
          </a:p>
        </p:txBody>
      </p:sp>
      <p:sp>
        <p:nvSpPr>
          <p:cNvPr id="18" name="step-2-body">
            <a:extLst xmlns:a="http://schemas.openxmlformats.org/drawingml/2006/main">
              <a:ext uri="{FF2B5EF4-FFF2-40B4-BE49-F238E27FC236}">
                <a16:creationId xmlns:a16="http://schemas.microsoft.com/office/drawing/2014/main" id="{180A7532-7530-4F40-BB93-7A4DA7B722C8}"/>
              </a:ext>
            </a:extLst>
          </p:cNvPr>
          <p:cNvSpPr>
            <a:spLocks xmlns:a="http://schemas.openxmlformats.org/drawingml/2006/main" noGrp="1"/>
          </p:cNvSpPr>
          <p:nvPr/>
        </p:nvSpPr>
        <p:spPr>
          <a:xfrm xmlns:a="http://schemas.openxmlformats.org/drawingml/2006/main">
            <a:off x="10829925" y="4905375"/>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生成器、Debug/Release、芯片宏</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按正常工程填写，额外 -D 放在 args</a:t>
            </a:r>
          </a:p>
        </p:txBody>
      </p:sp>
      <p:sp>
        <p:nvSpPr>
          <p:cNvPr id="19" name="step-3-number">
            <a:extLst xmlns:a="http://schemas.openxmlformats.org/drawingml/2006/main">
              <a:ext uri="{FF2B5EF4-FFF2-40B4-BE49-F238E27FC236}">
                <a16:creationId xmlns:a16="http://schemas.microsoft.com/office/drawing/2014/main" id="{7218F9B9-BD94-4823-809F-4793663A68DF}"/>
              </a:ext>
            </a:extLst>
          </p:cNvPr>
          <p:cNvSpPr>
            <a:spLocks xmlns:a="http://schemas.openxmlformats.org/drawingml/2006/main" noGrp="1"/>
          </p:cNvSpPr>
          <p:nvPr/>
        </p:nvSpPr>
        <p:spPr>
          <a:xfrm xmlns:a="http://schemas.openxmlformats.org/drawingml/2006/main">
            <a:off x="10020300" y="59912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03</a:t>
            </a:r>
          </a:p>
        </p:txBody>
      </p:sp>
      <p:sp>
        <p:nvSpPr>
          <p:cNvPr id="20" name="step-3-title">
            <a:extLst xmlns:a="http://schemas.openxmlformats.org/drawingml/2006/main">
              <a:ext uri="{FF2B5EF4-FFF2-40B4-BE49-F238E27FC236}">
                <a16:creationId xmlns:a16="http://schemas.microsoft.com/office/drawing/2014/main" id="{C785A33E-64C7-434A-A210-CE12C8564E24}"/>
              </a:ext>
            </a:extLst>
          </p:cNvPr>
          <p:cNvSpPr>
            <a:spLocks xmlns:a="http://schemas.openxmlformats.org/drawingml/2006/main" noGrp="1"/>
          </p:cNvSpPr>
          <p:nvPr/>
        </p:nvSpPr>
        <p:spPr>
          <a:xfrm xmlns:a="http://schemas.openxmlformats.org/drawingml/2006/main">
            <a:off x="10829925" y="5991225"/>
            <a:ext cx="3686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核对工具链文件</a:t>
            </a:r>
          </a:p>
        </p:txBody>
      </p:sp>
      <p:sp>
        <p:nvSpPr>
          <p:cNvPr id="21" name="step-3-body">
            <a:extLst xmlns:a="http://schemas.openxmlformats.org/drawingml/2006/main">
              <a:ext uri="{FF2B5EF4-FFF2-40B4-BE49-F238E27FC236}">
                <a16:creationId xmlns:a16="http://schemas.microsoft.com/office/drawing/2014/main" id="{E48EE9B1-557F-45DC-BC42-03F92D5413E4}"/>
              </a:ext>
            </a:extLst>
          </p:cNvPr>
          <p:cNvSpPr>
            <a:spLocks xmlns:a="http://schemas.openxmlformats.org/drawingml/2006/main" noGrp="1"/>
          </p:cNvSpPr>
          <p:nvPr/>
        </p:nvSpPr>
        <p:spPr>
          <a:xfrm xmlns:a="http://schemas.openxmlformats.org/drawingml/2006/main">
            <a:off x="10829925" y="6543675"/>
            <a:ext cx="368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文件名换成工程实际名称</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工程已加载工具链时，删除此字段</a:t>
            </a:r>
          </a:p>
        </p:txBody>
      </p:sp>
      <p:sp>
        <p:nvSpPr>
          <p:cNvPr id="22" name="build-config-check">
            <a:extLst xmlns:a="http://schemas.openxmlformats.org/drawingml/2006/main">
              <a:ext uri="{FF2B5EF4-FFF2-40B4-BE49-F238E27FC236}">
                <a16:creationId xmlns:a16="http://schemas.microsoft.com/office/drawing/2014/main" id="{1A0E9D5E-4D09-4A98-BBCD-38D76C8E0FEA}"/>
              </a:ext>
            </a:extLst>
          </p:cNvPr>
          <p:cNvSpPr>
            <a:spLocks xmlns:a="http://schemas.openxmlformats.org/drawingml/2006/main" noGrp="1"/>
          </p:cNvSpPr>
          <p:nvPr/>
        </p:nvSpPr>
        <p:spPr>
          <a:xfrm xmlns:a="http://schemas.openxmlformats.org/drawingml/2006/main">
            <a:off x="876300" y="7429500"/>
            <a:ext cx="1352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087F7C"/>
                </a:solidFill>
                <a:latin typeface="Microsoft YaHei"/>
                <a:ea typeface="Microsoft YaHei"/>
                <a:cs typeface="Microsoft YaHei"/>
              </a:defRPr>
            </a:pPr>
            <a:r>
              <a:rPr sz="1950" b="1">
                <a:solidFill>
                  <a:srgbClr val="087F7C"/>
                </a:solidFill>
                <a:latin typeface="Microsoft YaHei"/>
                <a:ea typeface="Microsoft YaHei"/>
                <a:cs typeface="Microsoft YaHei"/>
              </a:rPr>
              <a:t>检查：不要重复新增 analysis 节；路径、宏和构建变体必须与真实固件一致</a:t>
            </a:r>
          </a:p>
        </p:txBody>
      </p:sp>
    </p:spTree>
    <p:extLst>
      <p:ext uri="{BB962C8B-B14F-4D97-AF65-F5344CB8AC3E}">
        <p14:creationId xmlns:p14="http://schemas.microsoft.com/office/powerpoint/2010/main" val="20318889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5FF454B9-9B87-4CEE-92A4-AC3D2E61BE99}"/>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 3 / 5 · 拿到报告</a:t>
            </a:r>
          </a:p>
        </p:txBody>
      </p:sp>
      <p:sp>
        <p:nvSpPr>
          <p:cNvPr id="2" name="slide-title">
            <a:extLst xmlns:a="http://schemas.openxmlformats.org/drawingml/2006/main">
              <a:ext uri="{FF2B5EF4-FFF2-40B4-BE49-F238E27FC236}">
                <a16:creationId xmlns:a16="http://schemas.microsoft.com/office/drawing/2014/main" id="{1DE9360F-05BF-47D1-9CE1-BF9FAE0D4DB9}"/>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运行：检查环境、扫描、打开报告</a:t>
            </a:r>
          </a:p>
        </p:txBody>
      </p:sp>
      <p:sp>
        <p:nvSpPr>
          <p:cNvPr id="3" name="subtitle">
            <a:extLst xmlns:a="http://schemas.openxmlformats.org/drawingml/2006/main">
              <a:ext uri="{FF2B5EF4-FFF2-40B4-BE49-F238E27FC236}">
                <a16:creationId xmlns:a16="http://schemas.microsoft.com/office/drawing/2014/main" id="{21C36EFA-586F-4118-AAA5-240912506AD2}"/>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在 D:\ECRA 的 PowerShell 中按顺序执行</a:t>
            </a:r>
          </a:p>
        </p:txBody>
      </p:sp>
      <p:sp>
        <p:nvSpPr>
          <p:cNvPr id="4" name="page-number">
            <a:extLst xmlns:a="http://schemas.openxmlformats.org/drawingml/2006/main">
              <a:ext uri="{FF2B5EF4-FFF2-40B4-BE49-F238E27FC236}">
                <a16:creationId xmlns:a16="http://schemas.microsoft.com/office/drawing/2014/main" id="{A37DC1EA-7D8C-44E7-959C-86C0E1048DC4}"/>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07</a:t>
            </a:r>
          </a:p>
        </p:txBody>
      </p:sp>
      <p:sp>
        <p:nvSpPr>
          <p:cNvPr id="5" name="run-number-0">
            <a:extLst xmlns:a="http://schemas.openxmlformats.org/drawingml/2006/main">
              <a:ext uri="{FF2B5EF4-FFF2-40B4-BE49-F238E27FC236}">
                <a16:creationId xmlns:a16="http://schemas.microsoft.com/office/drawing/2014/main" id="{DEBB13DF-4D2D-4681-83A0-78EE2075C0F9}"/>
              </a:ext>
            </a:extLst>
          </p:cNvPr>
          <p:cNvSpPr>
            <a:spLocks xmlns:a="http://schemas.openxmlformats.org/drawingml/2006/main" noGrp="1"/>
          </p:cNvSpPr>
          <p:nvPr/>
        </p:nvSpPr>
        <p:spPr>
          <a:xfrm xmlns:a="http://schemas.openxmlformats.org/drawingml/2006/main">
            <a:off x="876300" y="26955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087F7C"/>
                </a:solidFill>
                <a:latin typeface="Microsoft YaHei"/>
                <a:ea typeface="Microsoft YaHei"/>
                <a:cs typeface="Microsoft YaHei"/>
              </a:defRPr>
            </a:pPr>
            <a:r>
              <a:rPr sz="2850" b="1">
                <a:solidFill>
                  <a:srgbClr val="087F7C"/>
                </a:solidFill>
                <a:latin typeface="Microsoft YaHei"/>
                <a:ea typeface="Microsoft YaHei"/>
                <a:cs typeface="Microsoft YaHei"/>
              </a:rPr>
              <a:t>01</a:t>
            </a:r>
          </a:p>
        </p:txBody>
      </p:sp>
      <p:sp>
        <p:nvSpPr>
          <p:cNvPr id="6" name="run-title-0">
            <a:extLst xmlns:a="http://schemas.openxmlformats.org/drawingml/2006/main">
              <a:ext uri="{FF2B5EF4-FFF2-40B4-BE49-F238E27FC236}">
                <a16:creationId xmlns:a16="http://schemas.microsoft.com/office/drawing/2014/main" id="{916735CD-6B79-4954-AA41-1390F9662633}"/>
              </a:ext>
            </a:extLst>
          </p:cNvPr>
          <p:cNvSpPr>
            <a:spLocks xmlns:a="http://schemas.openxmlformats.org/drawingml/2006/main" noGrp="1"/>
          </p:cNvSpPr>
          <p:nvPr/>
        </p:nvSpPr>
        <p:spPr>
          <a:xfrm xmlns:a="http://schemas.openxmlformats.org/drawingml/2006/main">
            <a:off x="2000250" y="26955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52D45"/>
                </a:solidFill>
                <a:latin typeface="Microsoft YaHei"/>
                <a:ea typeface="Microsoft YaHei"/>
                <a:cs typeface="Microsoft YaHei"/>
              </a:defRPr>
            </a:pPr>
            <a:r>
              <a:rPr sz="2250" b="1">
                <a:solidFill>
                  <a:srgbClr val="152D45"/>
                </a:solidFill>
                <a:latin typeface="Microsoft YaHei"/>
                <a:ea typeface="Microsoft YaHei"/>
                <a:cs typeface="Microsoft YaHei"/>
              </a:rPr>
              <a:t>检查环境</a:t>
            </a:r>
          </a:p>
        </p:txBody>
      </p:sp>
      <p:sp>
        <p:nvSpPr>
          <p:cNvPr id="7" name="run-command-0">
            <a:extLst xmlns:a="http://schemas.openxmlformats.org/drawingml/2006/main">
              <a:ext uri="{FF2B5EF4-FFF2-40B4-BE49-F238E27FC236}">
                <a16:creationId xmlns:a16="http://schemas.microsoft.com/office/drawing/2014/main" id="{712732AA-EB20-4F5F-9A85-4EF167AEFD65}"/>
              </a:ext>
            </a:extLst>
          </p:cNvPr>
          <p:cNvSpPr>
            <a:spLocks xmlns:a="http://schemas.openxmlformats.org/drawingml/2006/main" noGrp="1"/>
          </p:cNvSpPr>
          <p:nvPr/>
        </p:nvSpPr>
        <p:spPr>
          <a:xfrm xmlns:a="http://schemas.openxmlformats.org/drawingml/2006/main">
            <a:off x="2019300" y="3276600"/>
            <a:ext cx="1238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a:solidFill>
                  <a:srgbClr val="215C9D"/>
                </a:solidFill>
                <a:latin typeface="Consolas"/>
                <a:ea typeface="Consolas"/>
                <a:cs typeface="Consolas"/>
              </a:defRPr>
            </a:pPr>
            <a:r>
              <a:rPr sz="2775" b="0">
                <a:solidFill>
                  <a:srgbClr val="215C9D"/>
                </a:solidFill>
                <a:latin typeface="Consolas"/>
                <a:ea typeface="Consolas"/>
                <a:cs typeface="Consolas"/>
              </a:rPr>
              <a:t>.\ecra.cmd doctor</a:t>
            </a:r>
          </a:p>
        </p:txBody>
      </p:sp>
      <p:sp>
        <p:nvSpPr>
          <p:cNvPr id="8" name="run-expected-0">
            <a:extLst xmlns:a="http://schemas.openxmlformats.org/drawingml/2006/main">
              <a:ext uri="{FF2B5EF4-FFF2-40B4-BE49-F238E27FC236}">
                <a16:creationId xmlns:a16="http://schemas.microsoft.com/office/drawing/2014/main" id="{D77E865E-14E8-4891-8AFE-E83C555B0091}"/>
              </a:ext>
            </a:extLst>
          </p:cNvPr>
          <p:cNvSpPr>
            <a:spLocks xmlns:a="http://schemas.openxmlformats.org/drawingml/2006/main" noGrp="1"/>
          </p:cNvSpPr>
          <p:nvPr/>
        </p:nvSpPr>
        <p:spPr>
          <a:xfrm xmlns:a="http://schemas.openxmlformats.org/drawingml/2006/main">
            <a:off x="2019300" y="3876675"/>
            <a:ext cx="1238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通过后继续；有诊断时先修正</a:t>
            </a:r>
          </a:p>
        </p:txBody>
      </p:sp>
      <p:sp>
        <p:nvSpPr>
          <p:cNvPr id="9" name="run-number-1">
            <a:extLst xmlns:a="http://schemas.openxmlformats.org/drawingml/2006/main">
              <a:ext uri="{FF2B5EF4-FFF2-40B4-BE49-F238E27FC236}">
                <a16:creationId xmlns:a16="http://schemas.microsoft.com/office/drawing/2014/main" id="{C1EAACDE-00EF-42CF-9CB8-651754924D95}"/>
              </a:ext>
            </a:extLst>
          </p:cNvPr>
          <p:cNvSpPr>
            <a:spLocks xmlns:a="http://schemas.openxmlformats.org/drawingml/2006/main" noGrp="1"/>
          </p:cNvSpPr>
          <p:nvPr/>
        </p:nvSpPr>
        <p:spPr>
          <a:xfrm xmlns:a="http://schemas.openxmlformats.org/drawingml/2006/main">
            <a:off x="876300" y="43719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087F7C"/>
                </a:solidFill>
                <a:latin typeface="Microsoft YaHei"/>
                <a:ea typeface="Microsoft YaHei"/>
                <a:cs typeface="Microsoft YaHei"/>
              </a:defRPr>
            </a:pPr>
            <a:r>
              <a:rPr sz="2850" b="1">
                <a:solidFill>
                  <a:srgbClr val="087F7C"/>
                </a:solidFill>
                <a:latin typeface="Microsoft YaHei"/>
                <a:ea typeface="Microsoft YaHei"/>
                <a:cs typeface="Microsoft YaHei"/>
              </a:rPr>
              <a:t>02</a:t>
            </a:r>
          </a:p>
        </p:txBody>
      </p:sp>
      <p:sp>
        <p:nvSpPr>
          <p:cNvPr id="10" name="run-title-1">
            <a:extLst xmlns:a="http://schemas.openxmlformats.org/drawingml/2006/main">
              <a:ext uri="{FF2B5EF4-FFF2-40B4-BE49-F238E27FC236}">
                <a16:creationId xmlns:a16="http://schemas.microsoft.com/office/drawing/2014/main" id="{D9911D6A-FF70-4386-8E4D-2208121051AA}"/>
              </a:ext>
            </a:extLst>
          </p:cNvPr>
          <p:cNvSpPr>
            <a:spLocks xmlns:a="http://schemas.openxmlformats.org/drawingml/2006/main" noGrp="1"/>
          </p:cNvSpPr>
          <p:nvPr/>
        </p:nvSpPr>
        <p:spPr>
          <a:xfrm xmlns:a="http://schemas.openxmlformats.org/drawingml/2006/main">
            <a:off x="2000250" y="43719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52D45"/>
                </a:solidFill>
                <a:latin typeface="Microsoft YaHei"/>
                <a:ea typeface="Microsoft YaHei"/>
                <a:cs typeface="Microsoft YaHei"/>
              </a:defRPr>
            </a:pPr>
            <a:r>
              <a:rPr sz="2250" b="1">
                <a:solidFill>
                  <a:srgbClr val="152D45"/>
                </a:solidFill>
                <a:latin typeface="Microsoft YaHei"/>
                <a:ea typeface="Microsoft YaHei"/>
                <a:cs typeface="Microsoft YaHei"/>
              </a:rPr>
              <a:t>本地静态扫描</a:t>
            </a:r>
          </a:p>
        </p:txBody>
      </p:sp>
      <p:sp>
        <p:nvSpPr>
          <p:cNvPr id="11" name="run-command-1">
            <a:extLst xmlns:a="http://schemas.openxmlformats.org/drawingml/2006/main">
              <a:ext uri="{FF2B5EF4-FFF2-40B4-BE49-F238E27FC236}">
                <a16:creationId xmlns:a16="http://schemas.microsoft.com/office/drawing/2014/main" id="{C9948764-D4E8-4673-B40F-94BDFAF52B16}"/>
              </a:ext>
            </a:extLst>
          </p:cNvPr>
          <p:cNvSpPr>
            <a:spLocks xmlns:a="http://schemas.openxmlformats.org/drawingml/2006/main" noGrp="1"/>
          </p:cNvSpPr>
          <p:nvPr/>
        </p:nvSpPr>
        <p:spPr>
          <a:xfrm xmlns:a="http://schemas.openxmlformats.org/drawingml/2006/main">
            <a:off x="2019300" y="4953000"/>
            <a:ext cx="1238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a:solidFill>
                  <a:srgbClr val="215C9D"/>
                </a:solidFill>
                <a:latin typeface="Consolas"/>
                <a:ea typeface="Consolas"/>
                <a:cs typeface="Consolas"/>
              </a:defRPr>
            </a:pPr>
            <a:r>
              <a:rPr sz="2775" b="0">
                <a:solidFill>
                  <a:srgbClr val="215C9D"/>
                </a:solidFill>
                <a:latin typeface="Consolas"/>
                <a:ea typeface="Consolas"/>
                <a:cs typeface="Consolas"/>
              </a:rPr>
              <a:t>.\ecra.cmd --no-review</a:t>
            </a:r>
          </a:p>
        </p:txBody>
      </p:sp>
      <p:sp>
        <p:nvSpPr>
          <p:cNvPr id="12" name="run-expected-1">
            <a:extLst xmlns:a="http://schemas.openxmlformats.org/drawingml/2006/main">
              <a:ext uri="{FF2B5EF4-FFF2-40B4-BE49-F238E27FC236}">
                <a16:creationId xmlns:a16="http://schemas.microsoft.com/office/drawing/2014/main" id="{BA54EDEF-24E2-4060-A0AB-754CB63C330C}"/>
              </a:ext>
            </a:extLst>
          </p:cNvPr>
          <p:cNvSpPr>
            <a:spLocks xmlns:a="http://schemas.openxmlformats.org/drawingml/2006/main" noGrp="1"/>
          </p:cNvSpPr>
          <p:nvPr/>
        </p:nvSpPr>
        <p:spPr>
          <a:xfrm xmlns:a="http://schemas.openxmlformats.org/drawingml/2006/main">
            <a:off x="2019300" y="5553075"/>
            <a:ext cx="1238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读取配置，按配置构建并生成 .ecra 报告</a:t>
            </a:r>
          </a:p>
        </p:txBody>
      </p:sp>
      <p:sp>
        <p:nvSpPr>
          <p:cNvPr id="13" name="run-number-2">
            <a:extLst xmlns:a="http://schemas.openxmlformats.org/drawingml/2006/main">
              <a:ext uri="{FF2B5EF4-FFF2-40B4-BE49-F238E27FC236}">
                <a16:creationId xmlns:a16="http://schemas.microsoft.com/office/drawing/2014/main" id="{47384263-8A7B-413B-8CD5-B9375CAA7D08}"/>
              </a:ext>
            </a:extLst>
          </p:cNvPr>
          <p:cNvSpPr>
            <a:spLocks xmlns:a="http://schemas.openxmlformats.org/drawingml/2006/main" noGrp="1"/>
          </p:cNvSpPr>
          <p:nvPr/>
        </p:nvSpPr>
        <p:spPr>
          <a:xfrm xmlns:a="http://schemas.openxmlformats.org/drawingml/2006/main">
            <a:off x="876300" y="60483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087F7C"/>
                </a:solidFill>
                <a:latin typeface="Microsoft YaHei"/>
                <a:ea typeface="Microsoft YaHei"/>
                <a:cs typeface="Microsoft YaHei"/>
              </a:defRPr>
            </a:pPr>
            <a:r>
              <a:rPr sz="2850" b="1">
                <a:solidFill>
                  <a:srgbClr val="087F7C"/>
                </a:solidFill>
                <a:latin typeface="Microsoft YaHei"/>
                <a:ea typeface="Microsoft YaHei"/>
                <a:cs typeface="Microsoft YaHei"/>
              </a:rPr>
              <a:t>03</a:t>
            </a:r>
          </a:p>
        </p:txBody>
      </p:sp>
      <p:sp>
        <p:nvSpPr>
          <p:cNvPr id="14" name="run-title-2">
            <a:extLst xmlns:a="http://schemas.openxmlformats.org/drawingml/2006/main">
              <a:ext uri="{FF2B5EF4-FFF2-40B4-BE49-F238E27FC236}">
                <a16:creationId xmlns:a16="http://schemas.microsoft.com/office/drawing/2014/main" id="{2668B841-3286-4147-9B4F-4302384924A0}"/>
              </a:ext>
            </a:extLst>
          </p:cNvPr>
          <p:cNvSpPr>
            <a:spLocks xmlns:a="http://schemas.openxmlformats.org/drawingml/2006/main" noGrp="1"/>
          </p:cNvSpPr>
          <p:nvPr/>
        </p:nvSpPr>
        <p:spPr>
          <a:xfrm xmlns:a="http://schemas.openxmlformats.org/drawingml/2006/main">
            <a:off x="2000250" y="6048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52D45"/>
                </a:solidFill>
                <a:latin typeface="Microsoft YaHei"/>
                <a:ea typeface="Microsoft YaHei"/>
                <a:cs typeface="Microsoft YaHei"/>
              </a:defRPr>
            </a:pPr>
            <a:r>
              <a:rPr sz="2250" b="1">
                <a:solidFill>
                  <a:srgbClr val="152D45"/>
                </a:solidFill>
                <a:latin typeface="Microsoft YaHei"/>
                <a:ea typeface="Microsoft YaHei"/>
                <a:cs typeface="Microsoft YaHei"/>
              </a:rPr>
              <a:t>未自动打开时，手动打开</a:t>
            </a:r>
          </a:p>
        </p:txBody>
      </p:sp>
      <p:sp>
        <p:nvSpPr>
          <p:cNvPr id="15" name="run-command-2">
            <a:extLst xmlns:a="http://schemas.openxmlformats.org/drawingml/2006/main">
              <a:ext uri="{FF2B5EF4-FFF2-40B4-BE49-F238E27FC236}">
                <a16:creationId xmlns:a16="http://schemas.microsoft.com/office/drawing/2014/main" id="{FE11AB30-A78D-4D48-852F-6A5F5DDA40AD}"/>
              </a:ext>
            </a:extLst>
          </p:cNvPr>
          <p:cNvSpPr>
            <a:spLocks xmlns:a="http://schemas.openxmlformats.org/drawingml/2006/main" noGrp="1"/>
          </p:cNvSpPr>
          <p:nvPr/>
        </p:nvSpPr>
        <p:spPr>
          <a:xfrm xmlns:a="http://schemas.openxmlformats.org/drawingml/2006/main">
            <a:off x="2019300" y="6629400"/>
            <a:ext cx="1238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215C9D"/>
                </a:solidFill>
                <a:latin typeface="Consolas"/>
                <a:ea typeface="Consolas"/>
                <a:cs typeface="Consolas"/>
              </a:defRPr>
            </a:pPr>
            <a:r>
              <a:rPr sz="2325" b="0">
                <a:solidFill>
                  <a:srgbClr val="215C9D"/>
                </a:solidFill>
                <a:latin typeface="Consolas"/>
                <a:ea typeface="Consolas"/>
                <a:cs typeface="Consolas"/>
              </a:rPr>
              <a:t>Invoke-Item "D:/firmware/MyBoard/.ecra/index.html"</a:t>
            </a:r>
          </a:p>
        </p:txBody>
      </p:sp>
      <p:sp>
        <p:nvSpPr>
          <p:cNvPr id="16" name="run-expected-2">
            <a:extLst xmlns:a="http://schemas.openxmlformats.org/drawingml/2006/main">
              <a:ext uri="{FF2B5EF4-FFF2-40B4-BE49-F238E27FC236}">
                <a16:creationId xmlns:a16="http://schemas.microsoft.com/office/drawing/2014/main" id="{08178D85-E4BD-4888-9B25-E4AFB8E6199B}"/>
              </a:ext>
            </a:extLst>
          </p:cNvPr>
          <p:cNvSpPr>
            <a:spLocks xmlns:a="http://schemas.openxmlformats.org/drawingml/2006/main" noGrp="1"/>
          </p:cNvSpPr>
          <p:nvPr/>
        </p:nvSpPr>
        <p:spPr>
          <a:xfrm xmlns:a="http://schemas.openxmlformats.org/drawingml/2006/main">
            <a:off x="2019300" y="7229475"/>
            <a:ext cx="1238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看到全量变量清单后，按下一页阅读报告</a:t>
            </a:r>
          </a:p>
        </p:txBody>
      </p:sp>
    </p:spTree>
    <p:extLst>
      <p:ext uri="{BB962C8B-B14F-4D97-AF65-F5344CB8AC3E}">
        <p14:creationId xmlns:p14="http://schemas.microsoft.com/office/powerpoint/2010/main" val="187465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
            <a:extLst xmlns:a="http://schemas.openxmlformats.org/drawingml/2006/main">
              <a:ext uri="{FF2B5EF4-FFF2-40B4-BE49-F238E27FC236}">
                <a16:creationId xmlns:a16="http://schemas.microsoft.com/office/drawing/2014/main" id="{3DFB9C58-8B96-4075-9BAD-261EE424856B}"/>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 4 / 5 · 找到一个变量</a:t>
            </a:r>
          </a:p>
        </p:txBody>
      </p:sp>
      <p:sp>
        <p:nvSpPr>
          <p:cNvPr id="2" name="slide-title">
            <a:extLst xmlns:a="http://schemas.openxmlformats.org/drawingml/2006/main">
              <a:ext uri="{FF2B5EF4-FFF2-40B4-BE49-F238E27FC236}">
                <a16:creationId xmlns:a16="http://schemas.microsoft.com/office/drawing/2014/main" id="{7D84084D-3638-41C8-BC97-42CCC834FB9A}"/>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读报告：核对覆盖，再追到访问语句</a:t>
            </a:r>
          </a:p>
        </p:txBody>
      </p:sp>
      <p:sp>
        <p:nvSpPr>
          <p:cNvPr id="3" name="subtitle">
            <a:extLst xmlns:a="http://schemas.openxmlformats.org/drawingml/2006/main">
              <a:ext uri="{FF2B5EF4-FFF2-40B4-BE49-F238E27FC236}">
                <a16:creationId xmlns:a16="http://schemas.microsoft.com/office/drawing/2014/main" id="{184807B2-3FE7-4E5D-8FCE-9CA70A622B39}"/>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界面截图用于定位操作。示例统计不代表本次扫描结果</a:t>
            </a:r>
          </a:p>
        </p:txBody>
      </p:sp>
      <p:sp>
        <p:nvSpPr>
          <p:cNvPr id="4" name="page-number">
            <a:extLst xmlns:a="http://schemas.openxmlformats.org/drawingml/2006/main">
              <a:ext uri="{FF2B5EF4-FFF2-40B4-BE49-F238E27FC236}">
                <a16:creationId xmlns:a16="http://schemas.microsoft.com/office/drawing/2014/main" id="{EDF2E7D3-3B8D-4955-A962-DF7B05BBA3FE}"/>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55cc6eaac6b442a"/>
          <a:stretch xmlns:a="http://schemas.openxmlformats.org/drawingml/2006/main"/>
        </p:blipFill>
        <p:spPr>
          <a:xfrm xmlns:a="http://schemas.openxmlformats.org/drawingml/2006/main">
            <a:off x="857250" y="2669381"/>
            <a:ext cx="9572625" cy="3214688"/>
          </a:xfrm>
          <a:prstGeom xmlns:a="http://schemas.openxmlformats.org/drawingml/2006/main" prst="rect">
            <a:avLst/>
          </a:prstGeom>
        </p:spPr>
      </p:pic>
      <p:sp>
        <p:nvSpPr>
          <p:cNvPr id="6" name="ui-callout-1">
            <a:extLst xmlns:a="http://schemas.openxmlformats.org/drawingml/2006/main">
              <a:ext uri="{FF2B5EF4-FFF2-40B4-BE49-F238E27FC236}">
                <a16:creationId xmlns:a16="http://schemas.microsoft.com/office/drawing/2014/main" id="{F6AD16A1-4D98-4401-9F9B-EE54367810A3}"/>
              </a:ext>
            </a:extLst>
          </p:cNvPr>
          <p:cNvSpPr>
            <a:spLocks xmlns:a="http://schemas.openxmlformats.org/drawingml/2006/main" noGrp="1"/>
          </p:cNvSpPr>
          <p:nvPr/>
        </p:nvSpPr>
        <p:spPr>
          <a:xfrm xmlns:a="http://schemas.openxmlformats.org/drawingml/2006/main">
            <a:off x="4467225" y="2533650"/>
            <a:ext cx="361950" cy="361950"/>
          </a:xfrm>
          <a:prstGeom xmlns:a="http://schemas.openxmlformats.org/drawingml/2006/main" prst="ellipse">
            <a:avLst/>
          </a:prstGeom>
          <a:solidFill xmlns:a="http://schemas.openxmlformats.org/drawingml/2006/main">
            <a:srgbClr val="087F7C"/>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725" b="1">
                <a:solidFill>
                  <a:srgbClr val="FFFFFF"/>
                </a:solidFill>
                <a:latin typeface="Microsoft YaHei"/>
                <a:ea typeface="Microsoft YaHei"/>
                <a:cs typeface="Microsoft YaHei"/>
              </a:defRPr>
            </a:pPr>
            <a:r>
              <a:rPr sz="1725" b="1">
                <a:solidFill>
                  <a:srgbClr val="FFFFFF"/>
                </a:solidFill>
                <a:latin typeface="Microsoft YaHei"/>
                <a:ea typeface="Microsoft YaHei"/>
                <a:cs typeface="Microsoft YaHei"/>
              </a:rPr>
              <a:t>1</a:t>
            </a:r>
          </a:p>
        </p:txBody>
      </p:sp>
      <p:sp>
        <p:nvSpPr>
          <p:cNvPr id="7" name="ui-callout-2">
            <a:extLst xmlns:a="http://schemas.openxmlformats.org/drawingml/2006/main">
              <a:ext uri="{FF2B5EF4-FFF2-40B4-BE49-F238E27FC236}">
                <a16:creationId xmlns:a16="http://schemas.microsoft.com/office/drawing/2014/main" id="{D9C923AE-26A1-4B45-8E40-8E4DF4990633}"/>
              </a:ext>
            </a:extLst>
          </p:cNvPr>
          <p:cNvSpPr>
            <a:spLocks xmlns:a="http://schemas.openxmlformats.org/drawingml/2006/main" noGrp="1"/>
          </p:cNvSpPr>
          <p:nvPr/>
        </p:nvSpPr>
        <p:spPr>
          <a:xfrm xmlns:a="http://schemas.openxmlformats.org/drawingml/2006/main">
            <a:off x="2190750" y="2533650"/>
            <a:ext cx="361950" cy="361950"/>
          </a:xfrm>
          <a:prstGeom xmlns:a="http://schemas.openxmlformats.org/drawingml/2006/main" prst="ellipse">
            <a:avLst/>
          </a:prstGeom>
          <a:solidFill xmlns:a="http://schemas.openxmlformats.org/drawingml/2006/main">
            <a:srgbClr val="087F7C"/>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725" b="1">
                <a:solidFill>
                  <a:srgbClr val="FFFFFF"/>
                </a:solidFill>
                <a:latin typeface="Microsoft YaHei"/>
                <a:ea typeface="Microsoft YaHei"/>
                <a:cs typeface="Microsoft YaHei"/>
              </a:defRPr>
            </a:pPr>
            <a:r>
              <a:rPr sz="1725" b="1">
                <a:solidFill>
                  <a:srgbClr val="FFFFFF"/>
                </a:solidFill>
                <a:latin typeface="Microsoft YaHei"/>
                <a:ea typeface="Microsoft YaHei"/>
                <a:cs typeface="Microsoft YaHei"/>
              </a:rPr>
              <a:t>2</a:t>
            </a:r>
          </a:p>
        </p:txBody>
      </p:sp>
      <p:sp>
        <p:nvSpPr>
          <p:cNvPr id="8" name="ui-callout-3">
            <a:extLst xmlns:a="http://schemas.openxmlformats.org/drawingml/2006/main">
              <a:ext uri="{FF2B5EF4-FFF2-40B4-BE49-F238E27FC236}">
                <a16:creationId xmlns:a16="http://schemas.microsoft.com/office/drawing/2014/main" id="{E54E05D5-EEDA-4FE9-816D-797A79ED238B}"/>
              </a:ext>
            </a:extLst>
          </p:cNvPr>
          <p:cNvSpPr>
            <a:spLocks xmlns:a="http://schemas.openxmlformats.org/drawingml/2006/main" noGrp="1"/>
          </p:cNvSpPr>
          <p:nvPr/>
        </p:nvSpPr>
        <p:spPr>
          <a:xfrm xmlns:a="http://schemas.openxmlformats.org/drawingml/2006/main">
            <a:off x="942975" y="3124200"/>
            <a:ext cx="361950" cy="361950"/>
          </a:xfrm>
          <a:prstGeom xmlns:a="http://schemas.openxmlformats.org/drawingml/2006/main" prst="ellipse">
            <a:avLst/>
          </a:prstGeom>
          <a:solidFill xmlns:a="http://schemas.openxmlformats.org/drawingml/2006/main">
            <a:srgbClr val="087F7C"/>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725" b="1">
                <a:solidFill>
                  <a:srgbClr val="FFFFFF"/>
                </a:solidFill>
                <a:latin typeface="Microsoft YaHei"/>
                <a:ea typeface="Microsoft YaHei"/>
                <a:cs typeface="Microsoft YaHei"/>
              </a:defRPr>
            </a:pPr>
            <a:r>
              <a:rPr sz="1725" b="1">
                <a:solidFill>
                  <a:srgbClr val="FFFFFF"/>
                </a:solidFill>
                <a:latin typeface="Microsoft YaHei"/>
                <a:ea typeface="Microsoft YaHei"/>
                <a:cs typeface="Microsoft YaHei"/>
              </a:rPr>
              <a:t>3</a:t>
            </a:r>
          </a:p>
        </p:txBody>
      </p:sp>
      <p:sp>
        <p:nvSpPr>
          <p:cNvPr id="9" name="ui-callout-4">
            <a:extLst xmlns:a="http://schemas.openxmlformats.org/drawingml/2006/main">
              <a:ext uri="{FF2B5EF4-FFF2-40B4-BE49-F238E27FC236}">
                <a16:creationId xmlns:a16="http://schemas.microsoft.com/office/drawing/2014/main" id="{33E899F9-C13D-483A-AACE-41ACD3C59414}"/>
              </a:ext>
            </a:extLst>
          </p:cNvPr>
          <p:cNvSpPr>
            <a:spLocks xmlns:a="http://schemas.openxmlformats.org/drawingml/2006/main" noGrp="1"/>
          </p:cNvSpPr>
          <p:nvPr/>
        </p:nvSpPr>
        <p:spPr>
          <a:xfrm xmlns:a="http://schemas.openxmlformats.org/drawingml/2006/main">
            <a:off x="7677150" y="5048250"/>
            <a:ext cx="361950" cy="361950"/>
          </a:xfrm>
          <a:prstGeom xmlns:a="http://schemas.openxmlformats.org/drawingml/2006/main" prst="ellipse">
            <a:avLst/>
          </a:prstGeom>
          <a:solidFill xmlns:a="http://schemas.openxmlformats.org/drawingml/2006/main">
            <a:srgbClr val="087F7C"/>
          </a:solidFill>
          <a:ln xmlns:a="http://schemas.openxmlformats.org/drawingml/2006/main" w="0">
            <a:noFill/>
          </a:ln>
        </p:spPr>
        <p:txBody>
          <a:bodyPr xmlns:a="http://schemas.openxmlformats.org/drawingml/2006/main" wrap="none" lIns="114300" tIns="76200" rIns="114300" bIns="76200" anchor="ctr">
            <a:noAutofit/>
          </a:bodyPr>
          <a:lstStyle xmlns:a="http://schemas.openxmlformats.org/drawingml/2006/main"/>
          <a:p xmlns:a="http://schemas.openxmlformats.org/drawingml/2006/main">
            <a:pPr algn="ctr">
              <a:defRPr sz="1725" b="1">
                <a:solidFill>
                  <a:srgbClr val="FFFFFF"/>
                </a:solidFill>
                <a:latin typeface="Microsoft YaHei"/>
                <a:ea typeface="Microsoft YaHei"/>
                <a:cs typeface="Microsoft YaHei"/>
              </a:defRPr>
            </a:pPr>
            <a:r>
              <a:rPr sz="1725" b="1">
                <a:solidFill>
                  <a:srgbClr val="FFFFFF"/>
                </a:solidFill>
                <a:latin typeface="Microsoft YaHei"/>
                <a:ea typeface="Microsoft YaHei"/>
                <a:cs typeface="Microsoft YaHei"/>
              </a:rPr>
              <a:t>4</a:t>
            </a:r>
          </a:p>
        </p:txBody>
      </p:sp>
      <p:sp>
        <p:nvSpPr>
          <p:cNvPr id="10" name="detail-reading-heading">
            <a:extLst xmlns:a="http://schemas.openxmlformats.org/drawingml/2006/main">
              <a:ext uri="{FF2B5EF4-FFF2-40B4-BE49-F238E27FC236}">
                <a16:creationId xmlns:a16="http://schemas.microsoft.com/office/drawing/2014/main" id="{2CD78826-535A-4AC3-A191-60A0CEBD0EDE}"/>
              </a:ext>
            </a:extLst>
          </p:cNvPr>
          <p:cNvSpPr>
            <a:spLocks xmlns:a="http://schemas.openxmlformats.org/drawingml/2006/main" noGrp="1"/>
          </p:cNvSpPr>
          <p:nvPr/>
        </p:nvSpPr>
        <p:spPr>
          <a:xfrm xmlns:a="http://schemas.openxmlformats.org/drawingml/2006/main">
            <a:off x="876300" y="621982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87F7C"/>
                </a:solidFill>
                <a:latin typeface="Microsoft YaHei"/>
                <a:ea typeface="Microsoft YaHei"/>
                <a:cs typeface="Microsoft YaHei"/>
              </a:defRPr>
            </a:pPr>
            <a:r>
              <a:rPr sz="2175" b="1">
                <a:solidFill>
                  <a:srgbClr val="087F7C"/>
                </a:solidFill>
                <a:latin typeface="Microsoft YaHei"/>
                <a:ea typeface="Microsoft YaHei"/>
                <a:cs typeface="Microsoft YaHei"/>
              </a:rPr>
              <a:t>展开详情后逐项核对</a:t>
            </a:r>
          </a:p>
        </p:txBody>
      </p:sp>
      <p:sp>
        <p:nvSpPr>
          <p:cNvPr id="11" name="detail-reading-fields">
            <a:extLst xmlns:a="http://schemas.openxmlformats.org/drawingml/2006/main">
              <a:ext uri="{FF2B5EF4-FFF2-40B4-BE49-F238E27FC236}">
                <a16:creationId xmlns:a16="http://schemas.microsoft.com/office/drawing/2014/main" id="{77F153BB-7621-4DDE-9FB5-A4EE1C6EA1B8}"/>
              </a:ext>
            </a:extLst>
          </p:cNvPr>
          <p:cNvSpPr>
            <a:spLocks xmlns:a="http://schemas.openxmlformats.org/drawingml/2006/main" noGrp="1"/>
          </p:cNvSpPr>
          <p:nvPr/>
        </p:nvSpPr>
        <p:spPr>
          <a:xfrm xmlns:a="http://schemas.openxmlformats.org/drawingml/2006/main">
            <a:off x="885825" y="67913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E7286"/>
                </a:solidFill>
                <a:latin typeface="Microsoft YaHei"/>
                <a:ea typeface="Microsoft YaHei"/>
                <a:cs typeface="Microsoft YaHei"/>
              </a:defRPr>
            </a:pPr>
            <a:r>
              <a:rPr sz="2100" b="0">
                <a:solidFill>
                  <a:srgbClr val="5E7286"/>
                </a:solidFill>
                <a:latin typeface="Microsoft YaHei"/>
                <a:ea typeface="Microsoft YaHei"/>
                <a:cs typeface="Microsoft YaHei"/>
              </a:rPr>
              <a:t>读写表达式       实际执行者       完整保护窗口</a:t>
            </a:r>
          </a:p>
        </p:txBody>
      </p:sp>
      <p:sp>
        <p:nvSpPr>
          <p:cNvPr id="12" name="step-1-number">
            <a:extLst xmlns:a="http://schemas.openxmlformats.org/drawingml/2006/main">
              <a:ext uri="{FF2B5EF4-FFF2-40B4-BE49-F238E27FC236}">
                <a16:creationId xmlns:a16="http://schemas.microsoft.com/office/drawing/2014/main" id="{8B052852-4846-45C5-ADE3-E5D2E2CCE210}"/>
              </a:ext>
            </a:extLst>
          </p:cNvPr>
          <p:cNvSpPr>
            <a:spLocks xmlns:a="http://schemas.openxmlformats.org/drawingml/2006/main" noGrp="1"/>
          </p:cNvSpPr>
          <p:nvPr/>
        </p:nvSpPr>
        <p:spPr>
          <a:xfrm xmlns:a="http://schemas.openxmlformats.org/drawingml/2006/main">
            <a:off x="10772775" y="26479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01</a:t>
            </a:r>
          </a:p>
        </p:txBody>
      </p:sp>
      <p:sp>
        <p:nvSpPr>
          <p:cNvPr id="13" name="step-1-title">
            <a:extLst xmlns:a="http://schemas.openxmlformats.org/drawingml/2006/main">
              <a:ext uri="{FF2B5EF4-FFF2-40B4-BE49-F238E27FC236}">
                <a16:creationId xmlns:a16="http://schemas.microsoft.com/office/drawing/2014/main" id="{E8C53943-0A0C-4C2A-A830-09E1903DE42F}"/>
              </a:ext>
            </a:extLst>
          </p:cNvPr>
          <p:cNvSpPr>
            <a:spLocks xmlns:a="http://schemas.openxmlformats.org/drawingml/2006/main" noGrp="1"/>
          </p:cNvSpPr>
          <p:nvPr/>
        </p:nvSpPr>
        <p:spPr>
          <a:xfrm xmlns:a="http://schemas.openxmlformats.org/drawingml/2006/main">
            <a:off x="11582400" y="264795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过滤与覆盖校验</a:t>
            </a:r>
          </a:p>
        </p:txBody>
      </p:sp>
      <p:sp>
        <p:nvSpPr>
          <p:cNvPr id="14" name="step-1-body">
            <a:extLst xmlns:a="http://schemas.openxmlformats.org/drawingml/2006/main">
              <a:ext uri="{FF2B5EF4-FFF2-40B4-BE49-F238E27FC236}">
                <a16:creationId xmlns:a16="http://schemas.microsoft.com/office/drawing/2014/main" id="{89822109-A1C5-4864-8CB8-1FEF6893036F}"/>
              </a:ext>
            </a:extLst>
          </p:cNvPr>
          <p:cNvSpPr>
            <a:spLocks xmlns:a="http://schemas.openxmlformats.org/drawingml/2006/main" noGrp="1"/>
          </p:cNvSpPr>
          <p:nvPr/>
        </p:nvSpPr>
        <p:spPr>
          <a:xfrm xmlns:a="http://schemas.openxmlformats.org/drawingml/2006/main">
            <a:off x="11582400" y="3200400"/>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先处理解析失败、漏编文件</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和与变量相关的未知入口</a:t>
            </a:r>
          </a:p>
        </p:txBody>
      </p:sp>
      <p:sp>
        <p:nvSpPr>
          <p:cNvPr id="15" name="step-2-number">
            <a:extLst xmlns:a="http://schemas.openxmlformats.org/drawingml/2006/main">
              <a:ext uri="{FF2B5EF4-FFF2-40B4-BE49-F238E27FC236}">
                <a16:creationId xmlns:a16="http://schemas.microsoft.com/office/drawing/2014/main" id="{135694E1-D742-422B-80B2-4FC2ACD96C16}"/>
              </a:ext>
            </a:extLst>
          </p:cNvPr>
          <p:cNvSpPr>
            <a:spLocks xmlns:a="http://schemas.openxmlformats.org/drawingml/2006/main" noGrp="1"/>
          </p:cNvSpPr>
          <p:nvPr/>
        </p:nvSpPr>
        <p:spPr>
          <a:xfrm xmlns:a="http://schemas.openxmlformats.org/drawingml/2006/main">
            <a:off x="10772775" y="39243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02</a:t>
            </a:r>
          </a:p>
        </p:txBody>
      </p:sp>
      <p:sp>
        <p:nvSpPr>
          <p:cNvPr id="16" name="step-2-title">
            <a:extLst xmlns:a="http://schemas.openxmlformats.org/drawingml/2006/main">
              <a:ext uri="{FF2B5EF4-FFF2-40B4-BE49-F238E27FC236}">
                <a16:creationId xmlns:a16="http://schemas.microsoft.com/office/drawing/2014/main" id="{2AFCDBFC-26AD-45D5-BACF-506D63D9F191}"/>
              </a:ext>
            </a:extLst>
          </p:cNvPr>
          <p:cNvSpPr>
            <a:spLocks xmlns:a="http://schemas.openxmlformats.org/drawingml/2006/main" noGrp="1"/>
          </p:cNvSpPr>
          <p:nvPr/>
        </p:nvSpPr>
        <p:spPr>
          <a:xfrm xmlns:a="http://schemas.openxmlformats.org/drawingml/2006/main">
            <a:off x="11582400" y="392430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全部目标变量</a:t>
            </a:r>
          </a:p>
        </p:txBody>
      </p:sp>
      <p:sp>
        <p:nvSpPr>
          <p:cNvPr id="17" name="step-2-body">
            <a:extLst xmlns:a="http://schemas.openxmlformats.org/drawingml/2006/main">
              <a:ext uri="{FF2B5EF4-FFF2-40B4-BE49-F238E27FC236}">
                <a16:creationId xmlns:a16="http://schemas.microsoft.com/office/drawing/2014/main" id="{5F26E90A-31B3-4C9D-8E5A-11DE1197EA98}"/>
              </a:ext>
            </a:extLst>
          </p:cNvPr>
          <p:cNvSpPr>
            <a:spLocks xmlns:a="http://schemas.openxmlformats.org/drawingml/2006/main" noGrp="1"/>
          </p:cNvSpPr>
          <p:nvPr/>
        </p:nvSpPr>
        <p:spPr>
          <a:xfrm xmlns:a="http://schemas.openxmlformats.org/drawingml/2006/main">
            <a:off x="11582400" y="4476750"/>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在清单中确认变量定义</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同名 static 要区分所属文件</a:t>
            </a:r>
          </a:p>
        </p:txBody>
      </p:sp>
      <p:sp>
        <p:nvSpPr>
          <p:cNvPr id="18" name="step-3-number">
            <a:extLst xmlns:a="http://schemas.openxmlformats.org/drawingml/2006/main">
              <a:ext uri="{FF2B5EF4-FFF2-40B4-BE49-F238E27FC236}">
                <a16:creationId xmlns:a16="http://schemas.microsoft.com/office/drawing/2014/main" id="{8EFD1767-44ED-4C02-9444-7BBE7EA9B0B9}"/>
              </a:ext>
            </a:extLst>
          </p:cNvPr>
          <p:cNvSpPr>
            <a:spLocks xmlns:a="http://schemas.openxmlformats.org/drawingml/2006/main" noGrp="1"/>
          </p:cNvSpPr>
          <p:nvPr/>
        </p:nvSpPr>
        <p:spPr>
          <a:xfrm xmlns:a="http://schemas.openxmlformats.org/drawingml/2006/main">
            <a:off x="10772775" y="52006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03</a:t>
            </a:r>
          </a:p>
        </p:txBody>
      </p:sp>
      <p:sp>
        <p:nvSpPr>
          <p:cNvPr id="19" name="step-3-title">
            <a:extLst xmlns:a="http://schemas.openxmlformats.org/drawingml/2006/main">
              <a:ext uri="{FF2B5EF4-FFF2-40B4-BE49-F238E27FC236}">
                <a16:creationId xmlns:a16="http://schemas.microsoft.com/office/drawing/2014/main" id="{BE31D0E3-57F6-47B9-AB55-85094262333C}"/>
              </a:ext>
            </a:extLst>
          </p:cNvPr>
          <p:cNvSpPr>
            <a:spLocks xmlns:a="http://schemas.openxmlformats.org/drawingml/2006/main" noGrp="1"/>
          </p:cNvSpPr>
          <p:nvPr/>
        </p:nvSpPr>
        <p:spPr>
          <a:xfrm xmlns:a="http://schemas.openxmlformats.org/drawingml/2006/main">
            <a:off x="11582400" y="5200650"/>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搜索与筛选</a:t>
            </a:r>
          </a:p>
        </p:txBody>
      </p:sp>
      <p:sp>
        <p:nvSpPr>
          <p:cNvPr id="20" name="step-3-body">
            <a:extLst xmlns:a="http://schemas.openxmlformats.org/drawingml/2006/main">
              <a:ext uri="{FF2B5EF4-FFF2-40B4-BE49-F238E27FC236}">
                <a16:creationId xmlns:a16="http://schemas.microsoft.com/office/drawing/2014/main" id="{AD6814E9-DBE5-4C2A-9777-C2A1FDD8D915}"/>
              </a:ext>
            </a:extLst>
          </p:cNvPr>
          <p:cNvSpPr>
            <a:spLocks xmlns:a="http://schemas.openxmlformats.org/drawingml/2006/main" noGrp="1"/>
          </p:cNvSpPr>
          <p:nvPr/>
        </p:nvSpPr>
        <p:spPr>
          <a:xfrm xmlns:a="http://schemas.openxmlformats.org/drawingml/2006/main">
            <a:off x="11582400" y="5753100"/>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搜索目标变量，或筛选疑似项</a:t>
            </a:r>
          </a:p>
        </p:txBody>
      </p:sp>
      <p:sp>
        <p:nvSpPr>
          <p:cNvPr id="21" name="step-4-number">
            <a:extLst xmlns:a="http://schemas.openxmlformats.org/drawingml/2006/main">
              <a:ext uri="{FF2B5EF4-FFF2-40B4-BE49-F238E27FC236}">
                <a16:creationId xmlns:a16="http://schemas.microsoft.com/office/drawing/2014/main" id="{961E1788-556C-4CCE-96CC-E19A47E2A184}"/>
              </a:ext>
            </a:extLst>
          </p:cNvPr>
          <p:cNvSpPr>
            <a:spLocks xmlns:a="http://schemas.openxmlformats.org/drawingml/2006/main" noGrp="1"/>
          </p:cNvSpPr>
          <p:nvPr/>
        </p:nvSpPr>
        <p:spPr>
          <a:xfrm xmlns:a="http://schemas.openxmlformats.org/drawingml/2006/main">
            <a:off x="10772775" y="6315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04</a:t>
            </a:r>
          </a:p>
        </p:txBody>
      </p:sp>
      <p:sp>
        <p:nvSpPr>
          <p:cNvPr id="22" name="step-4-title">
            <a:extLst xmlns:a="http://schemas.openxmlformats.org/drawingml/2006/main">
              <a:ext uri="{FF2B5EF4-FFF2-40B4-BE49-F238E27FC236}">
                <a16:creationId xmlns:a16="http://schemas.microsoft.com/office/drawing/2014/main" id="{72C862A2-FE4F-4C59-8BB0-7C45BDD41B96}"/>
              </a:ext>
            </a:extLst>
          </p:cNvPr>
          <p:cNvSpPr>
            <a:spLocks xmlns:a="http://schemas.openxmlformats.org/drawingml/2006/main" noGrp="1"/>
          </p:cNvSpPr>
          <p:nvPr/>
        </p:nvSpPr>
        <p:spPr>
          <a:xfrm xmlns:a="http://schemas.openxmlformats.org/drawingml/2006/main">
            <a:off x="11582400" y="6315075"/>
            <a:ext cx="2981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展开变量详情</a:t>
            </a:r>
          </a:p>
        </p:txBody>
      </p:sp>
      <p:sp>
        <p:nvSpPr>
          <p:cNvPr id="23" name="step-4-body">
            <a:extLst xmlns:a="http://schemas.openxmlformats.org/drawingml/2006/main">
              <a:ext uri="{FF2B5EF4-FFF2-40B4-BE49-F238E27FC236}">
                <a16:creationId xmlns:a16="http://schemas.microsoft.com/office/drawing/2014/main" id="{97D12CBA-818B-4861-8852-9E58FA04DBA5}"/>
              </a:ext>
            </a:extLst>
          </p:cNvPr>
          <p:cNvSpPr>
            <a:spLocks xmlns:a="http://schemas.openxmlformats.org/drawingml/2006/main" noGrp="1"/>
          </p:cNvSpPr>
          <p:nvPr/>
        </p:nvSpPr>
        <p:spPr>
          <a:xfrm xmlns:a="http://schemas.openxmlformats.org/drawingml/2006/main">
            <a:off x="11582400" y="6867525"/>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查看全部访问与调用链</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对照源码和完整保护范围</a:t>
            </a:r>
          </a:p>
        </p:txBody>
      </p:sp>
      <p:sp>
        <p:nvSpPr>
          <p:cNvPr id="24" name="report-reading-goal">
            <a:extLst xmlns:a="http://schemas.openxmlformats.org/drawingml/2006/main">
              <a:ext uri="{FF2B5EF4-FFF2-40B4-BE49-F238E27FC236}">
                <a16:creationId xmlns:a16="http://schemas.microsoft.com/office/drawing/2014/main" id="{8766B538-C964-43CB-9481-B998FF0B720C}"/>
              </a:ext>
            </a:extLst>
          </p:cNvPr>
          <p:cNvSpPr>
            <a:spLocks xmlns:a="http://schemas.openxmlformats.org/drawingml/2006/main" noGrp="1"/>
          </p:cNvSpPr>
          <p:nvPr/>
        </p:nvSpPr>
        <p:spPr>
          <a:xfrm xmlns:a="http://schemas.openxmlformats.org/drawingml/2006/main">
            <a:off x="876300" y="7534275"/>
            <a:ext cx="1343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087F7C"/>
                </a:solidFill>
                <a:latin typeface="Microsoft YaHei"/>
                <a:ea typeface="Microsoft YaHei"/>
                <a:cs typeface="Microsoft YaHei"/>
              </a:defRPr>
            </a:pPr>
            <a:r>
              <a:rPr sz="2250" b="1">
                <a:solidFill>
                  <a:srgbClr val="087F7C"/>
                </a:solidFill>
                <a:latin typeface="Microsoft YaHei"/>
                <a:ea typeface="Microsoft YaHei"/>
                <a:cs typeface="Microsoft YaHei"/>
              </a:rPr>
              <a:t>完成标准：能说清这个变量“谁在何处读写、为什么还需要复核”</a:t>
            </a:r>
          </a:p>
        </p:txBody>
      </p:sp>
    </p:spTree>
    <p:extLst>
      <p:ext uri="{BB962C8B-B14F-4D97-AF65-F5344CB8AC3E}">
        <p14:creationId xmlns:p14="http://schemas.microsoft.com/office/powerpoint/2010/main" val="16669859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09973B00-CCE9-4D44-A0C3-91AFED698C56}"/>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教程 5 / 5 · 可选逐变量复核</a:t>
            </a:r>
          </a:p>
        </p:txBody>
      </p:sp>
      <p:sp>
        <p:nvSpPr>
          <p:cNvPr id="2" name="slide-title">
            <a:extLst xmlns:a="http://schemas.openxmlformats.org/drawingml/2006/main">
              <a:ext uri="{FF2B5EF4-FFF2-40B4-BE49-F238E27FC236}">
                <a16:creationId xmlns:a16="http://schemas.microsoft.com/office/drawing/2014/main" id="{9564CC35-8C2E-42C3-A56C-9860F06D0119}"/>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AI 复核：输入证据，输出可核查结论</a:t>
            </a:r>
          </a:p>
        </p:txBody>
      </p:sp>
      <p:sp>
        <p:nvSpPr>
          <p:cNvPr id="3" name="subtitle">
            <a:extLst xmlns:a="http://schemas.openxmlformats.org/drawingml/2006/main">
              <a:ext uri="{FF2B5EF4-FFF2-40B4-BE49-F238E27FC236}">
                <a16:creationId xmlns:a16="http://schemas.microsoft.com/office/drawing/2014/main" id="{D4863F3F-2862-4506-B81E-D8F89DCE398A}"/>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前提：已完成静态扫描，且本机 OpenCode 已配置可用模型</a:t>
            </a:r>
          </a:p>
        </p:txBody>
      </p:sp>
      <p:sp>
        <p:nvSpPr>
          <p:cNvPr id="4" name="page-number">
            <a:extLst xmlns:a="http://schemas.openxmlformats.org/drawingml/2006/main">
              <a:ext uri="{FF2B5EF4-FFF2-40B4-BE49-F238E27FC236}">
                <a16:creationId xmlns:a16="http://schemas.microsoft.com/office/drawing/2014/main" id="{53307CB3-5500-441D-A0F2-83884571A923}"/>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09</a:t>
            </a:r>
          </a:p>
        </p:txBody>
      </p:sp>
      <p:sp>
        <p:nvSpPr>
          <p:cNvPr id="5" name="ai-edit-heading">
            <a:extLst xmlns:a="http://schemas.openxmlformats.org/drawingml/2006/main">
              <a:ext uri="{FF2B5EF4-FFF2-40B4-BE49-F238E27FC236}">
                <a16:creationId xmlns:a16="http://schemas.microsoft.com/office/drawing/2014/main" id="{5C5327EB-B6E2-4FBB-AC14-3D059DD07980}"/>
              </a:ext>
            </a:extLst>
          </p:cNvPr>
          <p:cNvSpPr>
            <a:spLocks xmlns:a="http://schemas.openxmlformats.org/drawingml/2006/main" noGrp="1"/>
          </p:cNvSpPr>
          <p:nvPr/>
        </p:nvSpPr>
        <p:spPr>
          <a:xfrm xmlns:a="http://schemas.openxmlformats.org/drawingml/2006/main">
            <a:off x="866775" y="2619375"/>
            <a:ext cx="7429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1  修改同一 semantics.yaml</a:t>
            </a:r>
          </a:p>
        </p:txBody>
      </p:sp>
      <p:sp>
        <p:nvSpPr>
          <p:cNvPr id="6" name="review-yaml-0">
            <a:extLst xmlns:a="http://schemas.openxmlformats.org/drawingml/2006/main">
              <a:ext uri="{FF2B5EF4-FFF2-40B4-BE49-F238E27FC236}">
                <a16:creationId xmlns:a16="http://schemas.microsoft.com/office/drawing/2014/main" id="{3D66D08D-A273-4241-876E-2BFC3105145A}"/>
              </a:ext>
            </a:extLst>
          </p:cNvPr>
          <p:cNvSpPr>
            <a:spLocks xmlns:a="http://schemas.openxmlformats.org/drawingml/2006/main" noGrp="1"/>
          </p:cNvSpPr>
          <p:nvPr/>
        </p:nvSpPr>
        <p:spPr>
          <a:xfrm xmlns:a="http://schemas.openxmlformats.org/drawingml/2006/main">
            <a:off x="876300" y="3286125"/>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review:</a:t>
            </a:r>
          </a:p>
        </p:txBody>
      </p:sp>
      <p:sp>
        <p:nvSpPr>
          <p:cNvPr id="7" name="review-yaml-1">
            <a:extLst xmlns:a="http://schemas.openxmlformats.org/drawingml/2006/main">
              <a:ext uri="{FF2B5EF4-FFF2-40B4-BE49-F238E27FC236}">
                <a16:creationId xmlns:a16="http://schemas.microsoft.com/office/drawing/2014/main" id="{9F42105B-3BF0-4BA5-81E4-ED37205C802B}"/>
              </a:ext>
            </a:extLst>
          </p:cNvPr>
          <p:cNvSpPr>
            <a:spLocks xmlns:a="http://schemas.openxmlformats.org/drawingml/2006/main" noGrp="1"/>
          </p:cNvSpPr>
          <p:nvPr/>
        </p:nvSpPr>
        <p:spPr>
          <a:xfrm xmlns:a="http://schemas.openxmlformats.org/drawingml/2006/main">
            <a:off x="876300" y="3695700"/>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enabled: true</a:t>
            </a:r>
          </a:p>
        </p:txBody>
      </p:sp>
      <p:sp>
        <p:nvSpPr>
          <p:cNvPr id="8" name="review-yaml-2">
            <a:extLst xmlns:a="http://schemas.openxmlformats.org/drawingml/2006/main">
              <a:ext uri="{FF2B5EF4-FFF2-40B4-BE49-F238E27FC236}">
                <a16:creationId xmlns:a16="http://schemas.microsoft.com/office/drawing/2014/main" id="{1B7ACAB7-DAF8-4372-983B-73FC1386A7B6}"/>
              </a:ext>
            </a:extLst>
          </p:cNvPr>
          <p:cNvSpPr>
            <a:spLocks xmlns:a="http://schemas.openxmlformats.org/drawingml/2006/main" noGrp="1"/>
          </p:cNvSpPr>
          <p:nvPr/>
        </p:nvSpPr>
        <p:spPr>
          <a:xfrm xmlns:a="http://schemas.openxmlformats.org/drawingml/2006/main">
            <a:off x="876300" y="4105275"/>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52D45"/>
                </a:solidFill>
                <a:latin typeface="Consolas"/>
                <a:ea typeface="Consolas"/>
                <a:cs typeface="Consolas"/>
              </a:defRPr>
            </a:pPr>
            <a:r>
              <a:rPr sz="2175" b="0">
                <a:solidFill>
                  <a:srgbClr val="152D45"/>
                </a:solidFill>
                <a:latin typeface="Consolas"/>
                <a:ea typeface="Consolas"/>
                <a:cs typeface="Consolas"/>
              </a:rPr>
              <a:t>  command: [opencode]</a:t>
            </a:r>
          </a:p>
        </p:txBody>
      </p:sp>
      <p:sp>
        <p:nvSpPr>
          <p:cNvPr id="9" name="ai-files-heading">
            <a:extLst xmlns:a="http://schemas.openxmlformats.org/drawingml/2006/main">
              <a:ext uri="{FF2B5EF4-FFF2-40B4-BE49-F238E27FC236}">
                <a16:creationId xmlns:a16="http://schemas.microsoft.com/office/drawing/2014/main" id="{4BE4E86C-7245-4365-BDD8-823C3F584393}"/>
              </a:ext>
            </a:extLst>
          </p:cNvPr>
          <p:cNvSpPr>
            <a:spLocks xmlns:a="http://schemas.openxmlformats.org/drawingml/2006/main" noGrp="1"/>
          </p:cNvSpPr>
          <p:nvPr/>
        </p:nvSpPr>
        <p:spPr>
          <a:xfrm xmlns:a="http://schemas.openxmlformats.org/drawingml/2006/main">
            <a:off x="8801100" y="2619375"/>
            <a:ext cx="561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工程背景与案例库</a:t>
            </a:r>
          </a:p>
        </p:txBody>
      </p:sp>
      <p:sp>
        <p:nvSpPr>
          <p:cNvPr id="10" name="review-extra-files-0">
            <a:extLst xmlns:a="http://schemas.openxmlformats.org/drawingml/2006/main">
              <a:ext uri="{FF2B5EF4-FFF2-40B4-BE49-F238E27FC236}">
                <a16:creationId xmlns:a16="http://schemas.microsoft.com/office/drawing/2014/main" id="{09A6242B-6B9E-4671-A374-9046B3A53E7E}"/>
              </a:ext>
            </a:extLst>
          </p:cNvPr>
          <p:cNvSpPr>
            <a:spLocks xmlns:a="http://schemas.openxmlformats.org/drawingml/2006/main" noGrp="1"/>
          </p:cNvSpPr>
          <p:nvPr/>
        </p:nvSpPr>
        <p:spPr>
          <a:xfrm xmlns:a="http://schemas.openxmlformats.org/drawingml/2006/main">
            <a:off x="8820150" y="3305175"/>
            <a:ext cx="5667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52D45"/>
                </a:solidFill>
                <a:latin typeface="Consolas"/>
                <a:ea typeface="Consolas"/>
                <a:cs typeface="Consolas"/>
              </a:defRPr>
            </a:pPr>
            <a:r>
              <a:rPr sz="2025" b="0">
                <a:solidFill>
                  <a:srgbClr val="152D45"/>
                </a:solidFill>
                <a:latin typeface="Consolas"/>
                <a:ea typeface="Consolas"/>
                <a:cs typeface="Consolas"/>
              </a:rPr>
              <a:t>config/review_context.md</a:t>
            </a:r>
          </a:p>
        </p:txBody>
      </p:sp>
      <p:sp>
        <p:nvSpPr>
          <p:cNvPr id="11" name="review-extra-files-1">
            <a:extLst xmlns:a="http://schemas.openxmlformats.org/drawingml/2006/main">
              <a:ext uri="{FF2B5EF4-FFF2-40B4-BE49-F238E27FC236}">
                <a16:creationId xmlns:a16="http://schemas.microsoft.com/office/drawing/2014/main" id="{636ABBB4-CA98-4CF7-9BB1-74C78A301A26}"/>
              </a:ext>
            </a:extLst>
          </p:cNvPr>
          <p:cNvSpPr>
            <a:spLocks xmlns:a="http://schemas.openxmlformats.org/drawingml/2006/main" noGrp="1"/>
          </p:cNvSpPr>
          <p:nvPr/>
        </p:nvSpPr>
        <p:spPr>
          <a:xfrm xmlns:a="http://schemas.openxmlformats.org/drawingml/2006/main">
            <a:off x="8820150" y="3714750"/>
            <a:ext cx="5667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52D45"/>
                </a:solidFill>
                <a:latin typeface="Consolas"/>
                <a:ea typeface="Consolas"/>
                <a:cs typeface="Consolas"/>
              </a:defRPr>
            </a:pPr>
            <a:r>
              <a:rPr sz="2025" b="0">
                <a:solidFill>
                  <a:srgbClr val="152D45"/>
                </a:solidFill>
                <a:latin typeface="Consolas"/>
                <a:ea typeface="Consolas"/>
                <a:cs typeface="Consolas"/>
              </a:rPr>
              <a:t>config/concurrency_cases.md</a:t>
            </a:r>
          </a:p>
        </p:txBody>
      </p:sp>
      <p:sp>
        <p:nvSpPr>
          <p:cNvPr id="12" name="ai-files-action">
            <a:extLst xmlns:a="http://schemas.openxmlformats.org/drawingml/2006/main">
              <a:ext uri="{FF2B5EF4-FFF2-40B4-BE49-F238E27FC236}">
                <a16:creationId xmlns:a16="http://schemas.microsoft.com/office/drawing/2014/main" id="{C24E080A-B5D1-4EC5-9B97-ABA33EADD1BA}"/>
              </a:ext>
            </a:extLst>
          </p:cNvPr>
          <p:cNvSpPr>
            <a:spLocks xmlns:a="http://schemas.openxmlformats.org/drawingml/2006/main" noGrp="1"/>
          </p:cNvSpPr>
          <p:nvPr/>
        </p:nvSpPr>
        <p:spPr>
          <a:xfrm xmlns:a="http://schemas.openxmlformats.org/drawingml/2006/main">
            <a:off x="8820150" y="4324350"/>
            <a:ext cx="5638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5E7286"/>
                </a:solidFill>
                <a:latin typeface="Microsoft YaHei"/>
                <a:ea typeface="Microsoft YaHei"/>
                <a:cs typeface="Microsoft YaHei"/>
              </a:defRPr>
            </a:pPr>
            <a:r>
              <a:rPr sz="1950" b="0">
                <a:solidFill>
                  <a:srgbClr val="5E7286"/>
                </a:solidFill>
                <a:latin typeface="Microsoft YaHei"/>
                <a:ea typeface="Microsoft YaHei"/>
                <a:cs typeface="Microsoft YaHei"/>
              </a:rPr>
              <a:t>背景写运行约束与源码依据</a:t>
            </a:r>
          </a:p>
          <a:p xmlns:a="http://schemas.openxmlformats.org/drawingml/2006/main">
            <a:pPr algn="l">
              <a:defRPr sz="1950" b="0">
                <a:solidFill>
                  <a:srgbClr val="5E7286"/>
                </a:solidFill>
                <a:latin typeface="Microsoft YaHei"/>
                <a:ea typeface="Microsoft YaHei"/>
                <a:cs typeface="Microsoft YaHei"/>
              </a:defRPr>
            </a:pPr>
            <a:r>
              <a:rPr sz="1950" b="0">
                <a:solidFill>
                  <a:srgbClr val="5E7286"/>
                </a:solidFill>
                <a:latin typeface="Microsoft YaHei"/>
                <a:ea typeface="Microsoft YaHei"/>
                <a:cs typeface="Microsoft YaHei"/>
              </a:rPr>
              <a:t>案例按模板追加，review 时读取更新</a:t>
            </a:r>
          </a:p>
        </p:txBody>
      </p:sp>
      <p:sp>
        <p:nvSpPr>
          <p:cNvPr id="13" name="ai-run-heading">
            <a:extLst xmlns:a="http://schemas.openxmlformats.org/drawingml/2006/main">
              <a:ext uri="{FF2B5EF4-FFF2-40B4-BE49-F238E27FC236}">
                <a16:creationId xmlns:a16="http://schemas.microsoft.com/office/drawing/2014/main" id="{AA5A2039-86FA-4E94-B0CE-E7F2C948A2E5}"/>
              </a:ext>
            </a:extLst>
          </p:cNvPr>
          <p:cNvSpPr>
            <a:spLocks xmlns:a="http://schemas.openxmlformats.org/drawingml/2006/main" noGrp="1"/>
          </p:cNvSpPr>
          <p:nvPr/>
        </p:nvSpPr>
        <p:spPr>
          <a:xfrm xmlns:a="http://schemas.openxmlformats.org/drawingml/2006/main">
            <a:off x="866775" y="5114925"/>
            <a:ext cx="1343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2  在 D:\ECRA 执行</a:t>
            </a:r>
          </a:p>
        </p:txBody>
      </p:sp>
      <p:sp>
        <p:nvSpPr>
          <p:cNvPr id="14" name="ai-run-command">
            <a:extLst xmlns:a="http://schemas.openxmlformats.org/drawingml/2006/main">
              <a:ext uri="{FF2B5EF4-FFF2-40B4-BE49-F238E27FC236}">
                <a16:creationId xmlns:a16="http://schemas.microsoft.com/office/drawing/2014/main" id="{014884AB-3219-403F-8CE6-616627A2853E}"/>
              </a:ext>
            </a:extLst>
          </p:cNvPr>
          <p:cNvSpPr>
            <a:spLocks xmlns:a="http://schemas.openxmlformats.org/drawingml/2006/main" noGrp="1"/>
          </p:cNvSpPr>
          <p:nvPr/>
        </p:nvSpPr>
        <p:spPr>
          <a:xfrm xmlns:a="http://schemas.openxmlformats.org/drawingml/2006/main">
            <a:off x="876300" y="5734050"/>
            <a:ext cx="1343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0">
                <a:solidFill>
                  <a:srgbClr val="215C9D"/>
                </a:solidFill>
                <a:latin typeface="Consolas"/>
                <a:ea typeface="Consolas"/>
                <a:cs typeface="Consolas"/>
              </a:defRPr>
            </a:pPr>
            <a:r>
              <a:rPr sz="2850" b="0">
                <a:solidFill>
                  <a:srgbClr val="215C9D"/>
                </a:solidFill>
                <a:latin typeface="Consolas"/>
                <a:ea typeface="Consolas"/>
                <a:cs typeface="Consolas"/>
              </a:rPr>
              <a:t>.\ecra.cmd review</a:t>
            </a:r>
          </a:p>
        </p:txBody>
      </p:sp>
      <p:sp>
        <p:nvSpPr>
          <p:cNvPr id="15" name="ai-output">
            <a:extLst xmlns:a="http://schemas.openxmlformats.org/drawingml/2006/main">
              <a:ext uri="{FF2B5EF4-FFF2-40B4-BE49-F238E27FC236}">
                <a16:creationId xmlns:a16="http://schemas.microsoft.com/office/drawing/2014/main" id="{D9B6A1B2-94DE-45C1-888C-120EEDD4B023}"/>
              </a:ext>
            </a:extLst>
          </p:cNvPr>
          <p:cNvSpPr>
            <a:spLocks xmlns:a="http://schemas.openxmlformats.org/drawingml/2006/main" noGrp="1"/>
          </p:cNvSpPr>
          <p:nvPr/>
        </p:nvSpPr>
        <p:spPr>
          <a:xfrm xmlns:a="http://schemas.openxmlformats.org/drawingml/2006/main">
            <a:off x="876300" y="6638925"/>
            <a:ext cx="1343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52D45"/>
                </a:solidFill>
                <a:latin typeface="Microsoft YaHei"/>
                <a:ea typeface="Microsoft YaHei"/>
                <a:cs typeface="Microsoft YaHei"/>
              </a:defRPr>
            </a:pPr>
            <a:r>
              <a:rPr sz="2175" b="1">
                <a:solidFill>
                  <a:srgbClr val="152D45"/>
                </a:solidFill>
                <a:latin typeface="Microsoft YaHei"/>
                <a:ea typeface="Microsoft YaHei"/>
                <a:cs typeface="Microsoft YaHei"/>
              </a:rPr>
              <a:t>3  打开 D:\firmware\MyBoard\.ecra\opencode_review.html</a:t>
            </a:r>
          </a:p>
        </p:txBody>
      </p:sp>
      <p:sp>
        <p:nvSpPr>
          <p:cNvPr id="16" name="ai-actions">
            <a:extLst xmlns:a="http://schemas.openxmlformats.org/drawingml/2006/main">
              <a:ext uri="{FF2B5EF4-FFF2-40B4-BE49-F238E27FC236}">
                <a16:creationId xmlns:a16="http://schemas.microsoft.com/office/drawing/2014/main" id="{263AF1E1-1F0A-41D0-816F-DE67B43FB2E2}"/>
              </a:ext>
            </a:extLst>
          </p:cNvPr>
          <p:cNvSpPr>
            <a:spLocks xmlns:a="http://schemas.openxmlformats.org/drawingml/2006/main" noGrp="1"/>
          </p:cNvSpPr>
          <p:nvPr/>
        </p:nvSpPr>
        <p:spPr>
          <a:xfrm xmlns:a="http://schemas.openxmlformats.org/drawingml/2006/main">
            <a:off x="885825" y="7315200"/>
            <a:ext cx="1343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CONFIRMED 处理风险；REVIEWED_SAFE / FALSE_POSITIVE 保留前提</a:t>
            </a:r>
          </a:p>
          <a:p xmlns:a="http://schemas.openxmlformats.org/drawingml/2006/main">
            <a:pPr algn="l">
              <a:defRPr sz="1875" b="0">
                <a:solidFill>
                  <a:srgbClr val="5E7286"/>
                </a:solidFill>
                <a:latin typeface="Microsoft YaHei"/>
                <a:ea typeface="Microsoft YaHei"/>
                <a:cs typeface="Microsoft YaHei"/>
              </a:defRPr>
            </a:pPr>
            <a:r>
              <a:rPr sz="1875" b="0">
                <a:solidFill>
                  <a:srgbClr val="5E7286"/>
                </a:solidFill>
                <a:latin typeface="Microsoft YaHei"/>
                <a:ea typeface="Microsoft YaHei"/>
                <a:cs typeface="Microsoft YaHei"/>
              </a:rPr>
              <a:t>LIKELY / NEED_MORE_CONTEXT 按 missing_context 补充证据</a:t>
            </a:r>
          </a:p>
        </p:txBody>
      </p:sp>
    </p:spTree>
    <p:extLst>
      <p:ext uri="{BB962C8B-B14F-4D97-AF65-F5344CB8AC3E}">
        <p14:creationId xmlns:p14="http://schemas.microsoft.com/office/powerpoint/2010/main" val="360374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4627B935-774C-4618-9767-DCABB7C5E50D}"/>
              </a:ext>
            </a:extLst>
          </p:cNvPr>
          <p:cNvSpPr>
            <a:spLocks xmlns:a="http://schemas.openxmlformats.org/drawingml/2006/main" noGrp="1"/>
          </p:cNvSpPr>
          <p:nvPr/>
        </p:nvSpPr>
        <p:spPr>
          <a:xfrm xmlns:a="http://schemas.openxmlformats.org/drawingml/2006/main">
            <a:off x="800100" y="352425"/>
            <a:ext cx="1352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87F7C"/>
                </a:solidFill>
                <a:latin typeface="Microsoft YaHei"/>
                <a:ea typeface="Microsoft YaHei"/>
                <a:cs typeface="Microsoft YaHei"/>
              </a:defRPr>
            </a:pPr>
            <a:r>
              <a:rPr sz="1650" b="1">
                <a:solidFill>
                  <a:srgbClr val="087F7C"/>
                </a:solidFill>
                <a:latin typeface="Microsoft YaHei"/>
                <a:ea typeface="Microsoft YaHei"/>
                <a:cs typeface="Microsoft YaHei"/>
              </a:rPr>
              <a:t>复查与故障处理</a:t>
            </a:r>
          </a:p>
        </p:txBody>
      </p:sp>
      <p:sp>
        <p:nvSpPr>
          <p:cNvPr id="2" name="slide-title">
            <a:extLst xmlns:a="http://schemas.openxmlformats.org/drawingml/2006/main">
              <a:ext uri="{FF2B5EF4-FFF2-40B4-BE49-F238E27FC236}">
                <a16:creationId xmlns:a16="http://schemas.microsoft.com/office/drawing/2014/main" id="{B856A2DB-83DF-4B70-93BC-2883EE75F0E8}"/>
              </a:ext>
            </a:extLst>
          </p:cNvPr>
          <p:cNvSpPr>
            <a:spLocks xmlns:a="http://schemas.openxmlformats.org/drawingml/2006/main" noGrp="1"/>
          </p:cNvSpPr>
          <p:nvPr/>
        </p:nvSpPr>
        <p:spPr>
          <a:xfrm xmlns:a="http://schemas.openxmlformats.org/drawingml/2006/main">
            <a:off x="781050" y="895350"/>
            <a:ext cx="13716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52D45"/>
                </a:solidFill>
                <a:latin typeface="Microsoft YaHei"/>
                <a:ea typeface="Microsoft YaHei"/>
                <a:cs typeface="Microsoft YaHei"/>
              </a:defRPr>
            </a:pPr>
            <a:r>
              <a:rPr sz="3525" b="1">
                <a:solidFill>
                  <a:srgbClr val="152D45"/>
                </a:solidFill>
                <a:latin typeface="Microsoft YaHei"/>
                <a:ea typeface="Microsoft YaHei"/>
                <a:cs typeface="Microsoft YaHei"/>
              </a:rPr>
              <a:t>修复之后怎样重跑，失败之后怎样继续</a:t>
            </a:r>
          </a:p>
        </p:txBody>
      </p:sp>
      <p:sp>
        <p:nvSpPr>
          <p:cNvPr id="3" name="subtitle">
            <a:extLst xmlns:a="http://schemas.openxmlformats.org/drawingml/2006/main">
              <a:ext uri="{FF2B5EF4-FFF2-40B4-BE49-F238E27FC236}">
                <a16:creationId xmlns:a16="http://schemas.microsoft.com/office/drawing/2014/main" id="{490BD90A-B2B0-4F8C-BBEC-3983E07561FA}"/>
              </a:ext>
            </a:extLst>
          </p:cNvPr>
          <p:cNvSpPr>
            <a:spLocks xmlns:a="http://schemas.openxmlformats.org/drawingml/2006/main" noGrp="1"/>
          </p:cNvSpPr>
          <p:nvPr/>
        </p:nvSpPr>
        <p:spPr>
          <a:xfrm xmlns:a="http://schemas.openxmlformats.org/drawingml/2006/main">
            <a:off x="819150" y="172402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所有命令仍在 D:\ECRA 执行；修复验收要验证原错误交错和业务结果</a:t>
            </a:r>
          </a:p>
        </p:txBody>
      </p:sp>
      <p:sp>
        <p:nvSpPr>
          <p:cNvPr id="4" name="page-number">
            <a:extLst xmlns:a="http://schemas.openxmlformats.org/drawingml/2006/main">
              <a:ext uri="{FF2B5EF4-FFF2-40B4-BE49-F238E27FC236}">
                <a16:creationId xmlns:a16="http://schemas.microsoft.com/office/drawing/2014/main" id="{5CBF408A-A43C-4423-8B61-FBC17AA4834D}"/>
              </a:ext>
            </a:extLst>
          </p:cNvPr>
          <p:cNvSpPr>
            <a:spLocks xmlns:a="http://schemas.openxmlformats.org/drawingml/2006/main" noGrp="1"/>
          </p:cNvSpPr>
          <p:nvPr/>
        </p:nvSpPr>
        <p:spPr>
          <a:xfrm xmlns:a="http://schemas.openxmlformats.org/drawingml/2006/main">
            <a:off x="13954125" y="80772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E7286"/>
                </a:solidFill>
                <a:latin typeface="Microsoft YaHei"/>
                <a:ea typeface="Microsoft YaHei"/>
                <a:cs typeface="Microsoft YaHei"/>
              </a:defRPr>
            </a:pPr>
            <a:r>
              <a:rPr sz="1575" b="0">
                <a:solidFill>
                  <a:srgbClr val="5E7286"/>
                </a:solidFill>
                <a:latin typeface="Microsoft YaHei"/>
                <a:ea typeface="Microsoft YaHei"/>
                <a:cs typeface="Microsoft YaHei"/>
              </a:rPr>
              <a:t>10</a:t>
            </a:r>
          </a:p>
        </p:txBody>
      </p:sp>
      <p:graphicFrame>
        <p:nvGraphicFramePr>
          <p:cNvPr id="15" name=""/>
          <p:cNvGraphicFramePr/>
          <p:nvPr/>
        </p:nvGraphicFramePr>
        <p:xfrm>
          <a:off xmlns:a="http://schemas.openxmlformats.org/drawingml/2006/main" x="857250" y="2781300"/>
          <a:ext xmlns:a="http://schemas.openxmlformats.org/drawingml/2006/main" cx="13620750" cy="2857500"/>
        </p:xfrm>
        <a:graphic xmlns:a="http://schemas.openxmlformats.org/drawingml/2006/main">
          <a:graphicData uri="http://schemas.openxmlformats.org/drawingml/2006/table">
            <a:tbl>
              <a:tblPr firstRow="0" bandRow="0"/>
              <a:tblGrid>
                <a:gridCol w="7334250"/>
                <a:gridCol w="6286500"/>
              </a:tblGrid>
              <a:tr h="714375">
                <a:tc>
                  <a:txBody>
                    <a:bodyPr lIns="152400" tIns="95250" rIns="152400" bIns="95250">
                      <a:noAutofit/>
                    </a:bodyPr>
                    <a:lstStyle/>
                    <a:p>
                      <a:r>
                        <a:rPr sz="1875" b="1">
                          <a:solidFill>
                            <a:srgbClr val="FFFFFF"/>
                          </a:solidFill>
                          <a:latin typeface="Microsoft YaHei"/>
                          <a:ea typeface="Microsoft YaHei"/>
                          <a:cs typeface="Microsoft YaHei"/>
                        </a:rPr>
                        <a:t>当前变化或状态</a:t>
                      </a:r>
                    </a:p>
                  </a:txBody>
                  <a:tcPr marL="91440" marR="91440" marT="45720" marB="45720" anchor="ctr">
                    <a:solidFill>
                      <a:srgbClr val="152D45"/>
                    </a:solidFill>
                  </a:tcPr>
                </a:tc>
                <a:tc>
                  <a:txBody>
                    <a:bodyPr lIns="152400" tIns="95250" rIns="152400" bIns="95250">
                      <a:noAutofit/>
                    </a:bodyPr>
                    <a:lstStyle/>
                    <a:p>
                      <a:r>
                        <a:rPr sz="1875" b="1">
                          <a:solidFill>
                            <a:srgbClr val="FFFFFF"/>
                          </a:solidFill>
                          <a:latin typeface="Microsoft YaHei"/>
                          <a:ea typeface="Microsoft YaHei"/>
                          <a:cs typeface="Microsoft YaHei"/>
                        </a:rPr>
                        <a:t>执行方式</a:t>
                      </a:r>
                    </a:p>
                  </a:txBody>
                  <a:tcPr marL="91440" marR="91440" marT="45720" marB="45720" anchor="ctr">
                    <a:solidFill>
                      <a:srgbClr val="152D45"/>
                    </a:solidFill>
                  </a:tcPr>
                </a:tc>
              </a:tr>
              <a:tr h="714375">
                <a:tc>
                  <a:txBody>
                    <a:bodyPr lIns="152400" tIns="95250" rIns="152400" bIns="95250">
                      <a:noAutofit/>
                    </a:bodyPr>
                    <a:lstStyle/>
                    <a:p>
                      <a:r>
                        <a:rPr sz="2100" b="0">
                          <a:solidFill>
                            <a:srgbClr val="152D45"/>
                          </a:solidFill>
                          <a:latin typeface="Microsoft YaHei"/>
                          <a:ea typeface="Microsoft YaHei"/>
                          <a:cs typeface="Microsoft YaHei"/>
                        </a:rPr>
                        <a:t>固件源码、宏或编译输入变化</a:t>
                      </a:r>
                    </a:p>
                  </a:txBody>
                  <a:tcPr marL="91440" marR="91440" marT="45720" marB="45720" anchor="ctr">
                    <a:solidFill>
                      <a:srgbClr val="FFFFFF"/>
                    </a:solidFill>
                  </a:tcPr>
                </a:tc>
                <a:tc>
                  <a:txBody>
                    <a:bodyPr lIns="152400" tIns="95250" rIns="152400" bIns="95250">
                      <a:noAutofit/>
                    </a:bodyPr>
                    <a:lstStyle/>
                    <a:p>
                      <a:r>
                        <a:rPr sz="2100" b="0">
                          <a:solidFill>
                            <a:srgbClr val="152D45"/>
                          </a:solidFill>
                          <a:latin typeface="Consolas"/>
                          <a:ea typeface="Consolas"/>
                          <a:cs typeface="Consolas"/>
                        </a:rPr>
                        <a:t>.\ecra.cmd --no-review</a:t>
                      </a:r>
                    </a:p>
                  </a:txBody>
                  <a:tcPr marL="91440" marR="91440" marT="45720" marB="45720" anchor="ctr">
                    <a:solidFill>
                      <a:srgbClr val="FFFFFF"/>
                    </a:solidFill>
                  </a:tcPr>
                </a:tc>
              </a:tr>
              <a:tr h="714375">
                <a:tc>
                  <a:txBody>
                    <a:bodyPr lIns="152400" tIns="95250" rIns="152400" bIns="95250">
                      <a:noAutofit/>
                    </a:bodyPr>
                    <a:lstStyle/>
                    <a:p>
                      <a:r>
                        <a:rPr sz="2100" b="0">
                          <a:solidFill>
                            <a:srgbClr val="152D45"/>
                          </a:solidFill>
                          <a:latin typeface="Microsoft YaHei"/>
                          <a:ea typeface="Microsoft YaHei"/>
                          <a:cs typeface="Microsoft YaHei"/>
                        </a:rPr>
                        <a:t>工程背景、案例库或复核规则更新</a:t>
                      </a:r>
                    </a:p>
                  </a:txBody>
                  <a:tcPr marL="91440" marR="91440" marT="45720" marB="45720" anchor="ctr">
                    <a:solidFill>
                      <a:srgbClr val="F4F7FA"/>
                    </a:solidFill>
                  </a:tcPr>
                </a:tc>
                <a:tc>
                  <a:txBody>
                    <a:bodyPr lIns="152400" tIns="95250" rIns="152400" bIns="95250">
                      <a:noAutofit/>
                    </a:bodyPr>
                    <a:lstStyle/>
                    <a:p>
                      <a:r>
                        <a:rPr sz="2100" b="0">
                          <a:solidFill>
                            <a:srgbClr val="152D45"/>
                          </a:solidFill>
                          <a:latin typeface="Consolas"/>
                          <a:ea typeface="Consolas"/>
                          <a:cs typeface="Consolas"/>
                        </a:rPr>
                        <a:t>.\ecra.cmd review</a:t>
                      </a:r>
                    </a:p>
                  </a:txBody>
                  <a:tcPr marL="91440" marR="91440" marT="45720" marB="45720" anchor="ctr">
                    <a:solidFill>
                      <a:srgbClr val="F4F7FA"/>
                    </a:solidFill>
                  </a:tcPr>
                </a:tc>
              </a:tr>
              <a:tr h="714375">
                <a:tc>
                  <a:txBody>
                    <a:bodyPr lIns="152400" tIns="95250" rIns="152400" bIns="95250">
                      <a:noAutofit/>
                    </a:bodyPr>
                    <a:lstStyle/>
                    <a:p>
                      <a:r>
                        <a:rPr sz="2100" b="0">
                          <a:solidFill>
                            <a:srgbClr val="152D45"/>
                          </a:solidFill>
                          <a:latin typeface="Microsoft YaHei"/>
                          <a:ea typeface="Microsoft YaHei"/>
                          <a:cs typeface="Microsoft YaHei"/>
                        </a:rPr>
                        <a:t>复核执行失败（TECH_FAILED）</a:t>
                      </a:r>
                    </a:p>
                  </a:txBody>
                  <a:tcPr marL="91440" marR="91440" marT="45720" marB="45720" anchor="ctr">
                    <a:solidFill>
                      <a:srgbClr val="FFFFFF"/>
                    </a:solidFill>
                  </a:tcPr>
                </a:tc>
                <a:tc>
                  <a:txBody>
                    <a:bodyPr lIns="152400" tIns="95250" rIns="152400" bIns="95250">
                      <a:noAutofit/>
                    </a:bodyPr>
                    <a:lstStyle/>
                    <a:p>
                      <a:r>
                        <a:rPr sz="2100" b="0">
                          <a:solidFill>
                            <a:srgbClr val="152D45"/>
                          </a:solidFill>
                          <a:latin typeface="Consolas"/>
                          <a:ea typeface="Consolas"/>
                          <a:cs typeface="Consolas"/>
                        </a:rPr>
                        <a:t>.\ecra.cmd review-failed</a:t>
                      </a:r>
                    </a:p>
                  </a:txBody>
                  <a:tcPr marL="91440" marR="91440" marT="45720" marB="45720" anchor="ctr">
                    <a:solidFill>
                      <a:srgbClr val="FFFFFF"/>
                    </a:solidFill>
                  </a:tcPr>
                </a:tc>
              </a:tr>
            </a:tbl>
          </a:graphicData>
        </a:graphic>
      </p:graphicFrame>
      <p:sp>
        <p:nvSpPr>
          <p:cNvPr id="6" name="build-failure-heading">
            <a:extLst xmlns:a="http://schemas.openxmlformats.org/drawingml/2006/main">
              <a:ext uri="{FF2B5EF4-FFF2-40B4-BE49-F238E27FC236}">
                <a16:creationId xmlns:a16="http://schemas.microsoft.com/office/drawing/2014/main" id="{EC341D32-B1F1-4181-8D7E-E2F4D4D9EB33}"/>
              </a:ext>
            </a:extLst>
          </p:cNvPr>
          <p:cNvSpPr>
            <a:spLocks xmlns:a="http://schemas.openxmlformats.org/drawingml/2006/main" noGrp="1"/>
          </p:cNvSpPr>
          <p:nvPr/>
        </p:nvSpPr>
        <p:spPr>
          <a:xfrm xmlns:a="http://schemas.openxmlformats.org/drawingml/2006/main">
            <a:off x="876300" y="61150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配置 / 构建失败</a:t>
            </a:r>
          </a:p>
        </p:txBody>
      </p:sp>
      <p:sp>
        <p:nvSpPr>
          <p:cNvPr id="7" name="build-log-files-0">
            <a:extLst xmlns:a="http://schemas.openxmlformats.org/drawingml/2006/main">
              <a:ext uri="{FF2B5EF4-FFF2-40B4-BE49-F238E27FC236}">
                <a16:creationId xmlns:a16="http://schemas.microsoft.com/office/drawing/2014/main" id="{E6D2C493-5C13-4747-9E77-B54FB05BA5D6}"/>
              </a:ext>
            </a:extLst>
          </p:cNvPr>
          <p:cNvSpPr>
            <a:spLocks xmlns:a="http://schemas.openxmlformats.org/drawingml/2006/main" noGrp="1"/>
          </p:cNvSpPr>
          <p:nvPr/>
        </p:nvSpPr>
        <p:spPr>
          <a:xfrm xmlns:a="http://schemas.openxmlformats.org/drawingml/2006/main">
            <a:off x="885825" y="673417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52D45"/>
                </a:solidFill>
                <a:latin typeface="Consolas"/>
                <a:ea typeface="Consolas"/>
                <a:cs typeface="Consolas"/>
              </a:defRPr>
            </a:pPr>
            <a:r>
              <a:rPr sz="1875" b="0">
                <a:solidFill>
                  <a:srgbClr val="152D45"/>
                </a:solidFill>
                <a:latin typeface="Consolas"/>
                <a:ea typeface="Consolas"/>
                <a:cs typeface="Consolas"/>
              </a:rPr>
              <a:t>D:/firmware/MyBoard/.ecra/cmake-configure.log</a:t>
            </a:r>
          </a:p>
        </p:txBody>
      </p:sp>
      <p:sp>
        <p:nvSpPr>
          <p:cNvPr id="8" name="build-log-files-1">
            <a:extLst xmlns:a="http://schemas.openxmlformats.org/drawingml/2006/main">
              <a:ext uri="{FF2B5EF4-FFF2-40B4-BE49-F238E27FC236}">
                <a16:creationId xmlns:a16="http://schemas.microsoft.com/office/drawing/2014/main" id="{62800482-548F-4A89-9FFB-02D3B4C24AD3}"/>
              </a:ext>
            </a:extLst>
          </p:cNvPr>
          <p:cNvSpPr>
            <a:spLocks xmlns:a="http://schemas.openxmlformats.org/drawingml/2006/main" noGrp="1"/>
          </p:cNvSpPr>
          <p:nvPr/>
        </p:nvSpPr>
        <p:spPr>
          <a:xfrm xmlns:a="http://schemas.openxmlformats.org/drawingml/2006/main">
            <a:off x="885825" y="71247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52D45"/>
                </a:solidFill>
                <a:latin typeface="Consolas"/>
                <a:ea typeface="Consolas"/>
                <a:cs typeface="Consolas"/>
              </a:defRPr>
            </a:pPr>
            <a:r>
              <a:rPr sz="1875" b="0">
                <a:solidFill>
                  <a:srgbClr val="152D45"/>
                </a:solidFill>
                <a:latin typeface="Consolas"/>
                <a:ea typeface="Consolas"/>
                <a:cs typeface="Consolas"/>
              </a:rPr>
              <a:t>D:/firmware/MyBoard/.ecra/cmake-build.log</a:t>
            </a:r>
          </a:p>
        </p:txBody>
      </p:sp>
      <p:sp>
        <p:nvSpPr>
          <p:cNvPr id="9" name="coverage-failure-heading">
            <a:extLst xmlns:a="http://schemas.openxmlformats.org/drawingml/2006/main">
              <a:ext uri="{FF2B5EF4-FFF2-40B4-BE49-F238E27FC236}">
                <a16:creationId xmlns:a16="http://schemas.microsoft.com/office/drawing/2014/main" id="{EAE2EB65-663F-40A9-926E-3B1BB9480685}"/>
              </a:ext>
            </a:extLst>
          </p:cNvPr>
          <p:cNvSpPr>
            <a:spLocks xmlns:a="http://schemas.openxmlformats.org/drawingml/2006/main" noGrp="1"/>
          </p:cNvSpPr>
          <p:nvPr/>
        </p:nvSpPr>
        <p:spPr>
          <a:xfrm xmlns:a="http://schemas.openxmlformats.org/drawingml/2006/main">
            <a:off x="8410575" y="6115050"/>
            <a:ext cx="6067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087F7C"/>
                </a:solidFill>
                <a:latin typeface="Microsoft YaHei"/>
                <a:ea typeface="Microsoft YaHei"/>
                <a:cs typeface="Microsoft YaHei"/>
              </a:defRPr>
            </a:pPr>
            <a:r>
              <a:rPr sz="2325" b="1">
                <a:solidFill>
                  <a:srgbClr val="087F7C"/>
                </a:solidFill>
                <a:latin typeface="Microsoft YaHei"/>
                <a:ea typeface="Microsoft YaHei"/>
                <a:cs typeface="Microsoft YaHei"/>
              </a:rPr>
              <a:t>解析 / 上下文不完整</a:t>
            </a:r>
          </a:p>
        </p:txBody>
      </p:sp>
      <p:sp>
        <p:nvSpPr>
          <p:cNvPr id="10" name="coverage-failure-action">
            <a:extLst xmlns:a="http://schemas.openxmlformats.org/drawingml/2006/main">
              <a:ext uri="{FF2B5EF4-FFF2-40B4-BE49-F238E27FC236}">
                <a16:creationId xmlns:a16="http://schemas.microsoft.com/office/drawing/2014/main" id="{D91B1FC5-F65F-4E90-B160-F4B914332DF5}"/>
              </a:ext>
            </a:extLst>
          </p:cNvPr>
          <p:cNvSpPr>
            <a:spLocks xmlns:a="http://schemas.openxmlformats.org/drawingml/2006/main" noGrp="1"/>
          </p:cNvSpPr>
          <p:nvPr/>
        </p:nvSpPr>
        <p:spPr>
          <a:xfrm xmlns:a="http://schemas.openxmlformats.org/drawingml/2006/main">
            <a:off x="8429625" y="6743700"/>
            <a:ext cx="600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按“过滤与覆盖校验”的诊断处理</a:t>
            </a:r>
          </a:p>
          <a:p xmlns:a="http://schemas.openxmlformats.org/drawingml/2006/main">
            <a:pPr algn="l">
              <a:defRPr sz="2025" b="0">
                <a:solidFill>
                  <a:srgbClr val="5E7286"/>
                </a:solidFill>
                <a:latin typeface="Microsoft YaHei"/>
                <a:ea typeface="Microsoft YaHei"/>
                <a:cs typeface="Microsoft YaHei"/>
              </a:defRPr>
            </a:pPr>
            <a:r>
              <a:rPr sz="2025" b="0">
                <a:solidFill>
                  <a:srgbClr val="5E7286"/>
                </a:solidFill>
                <a:latin typeface="Microsoft YaHei"/>
                <a:ea typeface="Microsoft YaHei"/>
                <a:cs typeface="Microsoft YaHei"/>
              </a:rPr>
              <a:t>核对真实编译参数、入口和回调注册</a:t>
            </a:r>
          </a:p>
        </p:txBody>
      </p:sp>
    </p:spTree>
    <p:extLst>
      <p:ext uri="{BB962C8B-B14F-4D97-AF65-F5344CB8AC3E}">
        <p14:creationId xmlns:p14="http://schemas.microsoft.com/office/powerpoint/2010/main" val="117618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2026-10-18T12:08:31.0000000Z</dcterms:created>
  <dcterms:modified xsi:type="dcterms:W3CDTF">2026-10-18T12:08:31.0000000Z</dcterms:modified>
</coreProperties>
</file>